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670" r:id="rId5"/>
    <p:sldMasterId id="2147483682" r:id="rId6"/>
  </p:sldMasterIdLst>
  <p:notesMasterIdLst>
    <p:notesMasterId r:id="rId29"/>
  </p:notesMasterIdLst>
  <p:sldIdLst>
    <p:sldId id="257" r:id="rId7"/>
    <p:sldId id="325" r:id="rId8"/>
    <p:sldId id="312" r:id="rId9"/>
    <p:sldId id="330" r:id="rId10"/>
    <p:sldId id="338" r:id="rId11"/>
    <p:sldId id="339" r:id="rId12"/>
    <p:sldId id="340" r:id="rId13"/>
    <p:sldId id="348" r:id="rId14"/>
    <p:sldId id="331" r:id="rId15"/>
    <p:sldId id="333" r:id="rId16"/>
    <p:sldId id="346" r:id="rId17"/>
    <p:sldId id="332" r:id="rId18"/>
    <p:sldId id="345" r:id="rId19"/>
    <p:sldId id="344" r:id="rId20"/>
    <p:sldId id="334" r:id="rId21"/>
    <p:sldId id="335" r:id="rId22"/>
    <p:sldId id="343" r:id="rId23"/>
    <p:sldId id="347" r:id="rId24"/>
    <p:sldId id="336" r:id="rId25"/>
    <p:sldId id="341" r:id="rId26"/>
    <p:sldId id="337" r:id="rId27"/>
    <p:sldId id="298" r:id="rId2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D096607-3EDF-C748-F3C5-0BCE2BE7D64B}" name="Valdes  Francesco" initials="FV" userId="S::s336603@studenti.polito.it::9510d836-c34f-4b3d-99f7-d176dcd01aa2" providerId="AD"/>
  <p188:author id="{DE21A783-8E0F-8A53-51FB-2D350651DA5A}" name="Simula  Andrea" initials="SA" userId="S::s343740@studenti.polito.it::1f5ba827-a014-4841-819a-235f0f92f5e2" providerId="AD"/>
  <p188:author id="{11C6D9AC-1707-2834-E3D0-D89A4B228BE4}" name="Antonucci  Egle" initials="AE" userId="S::s347960@studenti.polito.it::328a1078-1085-4626-805a-fa72594303d8" providerId="AD"/>
  <p188:author id="{E19A88B8-85EA-6FCF-518D-BA63521E15FB}" name="Francesco Valdes" initials="FV" userId="Francesco Valdes" providerId="None"/>
  <p188:author id="{B1C6B2F6-15EB-135A-29F2-61BE7EBC3394}" name="Labarbuta  Sara" initials="SL" userId="S::s333938@studenti.polito.it::c39e784e-0fc8-4f77-863e-5b55f54a53a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Francesco Valdes" initials="FV" lastIdx="7" clrIdx="0">
    <p:extLst>
      <p:ext uri="{19B8F6BF-5375-455C-9EA6-DF929625EA0E}">
        <p15:presenceInfo xmlns:p15="http://schemas.microsoft.com/office/powerpoint/2012/main" userId="Francesco Valde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4124"/>
    <a:srgbClr val="516AC9"/>
    <a:srgbClr val="000000"/>
    <a:srgbClr val="1212FF"/>
    <a:srgbClr val="FF6F6F"/>
    <a:srgbClr val="FFFFFF"/>
    <a:srgbClr val="00284B"/>
    <a:srgbClr val="185A7D"/>
    <a:srgbClr val="0E1C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784674-2D3B-4537-984E-65CD2544A6FE}" v="91" dt="2026-09-02T20:16:01.07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12" y="108"/>
      </p:cViewPr>
      <p:guideLst>
        <p:guide orient="horz" pos="218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34" Type="http://schemas.openxmlformats.org/officeDocument/2006/relationships/tableStyles" Target="tableStyle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viewProps" Target="viewProps.xml"/><Relationship Id="rId37" Type="http://schemas.microsoft.com/office/2018/10/relationships/authors" Target="author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microsoft.com/office/2015/10/relationships/revisionInfo" Target="revisionInfo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31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commentAuthors" Target="commentAuthors.xml"/><Relationship Id="rId35" Type="http://schemas.microsoft.com/office/2016/11/relationships/changesInfo" Target="changesInfos/changesInfo1.xml"/><Relationship Id="rId8" Type="http://schemas.openxmlformats.org/officeDocument/2006/relationships/slide" Target="slides/slide2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tonucci  Egle" userId="328a1078-1085-4626-805a-fa72594303d8" providerId="ADAL" clId="{A415C695-16FD-4BC5-9E71-D13DCECCE917}"/>
    <pc:docChg chg="undo custSel addSld modSld">
      <pc:chgData name="Antonucci  Egle" userId="328a1078-1085-4626-805a-fa72594303d8" providerId="ADAL" clId="{A415C695-16FD-4BC5-9E71-D13DCECCE917}" dt="2026-09-02T20:16:39.234" v="1002" actId="108"/>
      <pc:docMkLst>
        <pc:docMk/>
      </pc:docMkLst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3790782751" sldId="257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90782751" sldId="257"/>
            <ac:spMk id="2" creationId="{B9911FF0-5115-413C-A149-CF162B8BAC38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90782751" sldId="257"/>
            <ac:spMk id="3" creationId="{81195D0B-8BF5-42BC-AF0D-9E67A4661F88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90782751" sldId="257"/>
            <ac:spMk id="4" creationId="{F49CAC83-F9A4-F3FA-5F94-147CC8841FE7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90782751" sldId="257"/>
            <ac:spMk id="5" creationId="{F0524A07-9646-DBFC-F50B-03FB04B60DDD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90782751" sldId="257"/>
            <ac:spMk id="6" creationId="{15B817CE-4F00-D732-F214-C30029668C62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90782751" sldId="257"/>
            <ac:spMk id="7" creationId="{B4658435-E4E7-E307-9D74-E020543342F2}"/>
          </ac:spMkLst>
        </pc:spChg>
      </pc:sldChg>
      <pc:sldChg chg="add">
        <pc:chgData name="Antonucci  Egle" userId="328a1078-1085-4626-805a-fa72594303d8" providerId="ADAL" clId="{A415C695-16FD-4BC5-9E71-D13DCECCE917}" dt="2026-09-02T18:03:31.802" v="1"/>
        <pc:sldMkLst>
          <pc:docMk/>
          <pc:sldMk cId="0" sldId="262"/>
        </pc:sldMkLst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1548438611" sldId="298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548438611" sldId="298"/>
            <ac:spMk id="2" creationId="{AAE432A1-F5F3-B742-D559-E164C4A3D222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3631379227" sldId="312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3" creationId="{5A885AB8-D984-E30C-862C-0D4DD8C4A54C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4" creationId="{8EE62450-76A4-5F37-9ED6-0E88AE586EF3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8" creationId="{D7475621-75B2-C3D5-2DFE-0EEB14DB0A7C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25" creationId="{1B7E37F7-7C25-C181-A140-0E3FB144A642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26" creationId="{D8628DF1-E71D-5A4A-DA90-49AEDE0BBC45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27" creationId="{862C8844-8D35-D039-93D8-A86DA574FDC1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48" creationId="{48F6FCFB-EE1A-80FA-9BBF-3F25BBC665C7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50" creationId="{CE75F37E-41D0-E14B-F76C-E43039DB9B5E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76" creationId="{B4E22CC7-46E9-A7AA-7E86-92B9B2ECF9EC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31379227" sldId="312"/>
            <ac:spMk id="77" creationId="{EA4D1491-8CC0-BEE2-993E-32D1CB0B83D3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120020874" sldId="325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2" creationId="{4DFBDDAA-5EE7-4ECA-9A44-C6567F55194D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3" creationId="{DF00B2F2-2743-134D-FBA7-85FA2C29F0A6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7" creationId="{41EE7CE6-8E7E-0D77-58A2-746835326B1F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9" creationId="{674446A5-5F89-6C29-3470-D9AE2D8EB5DC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17" creationId="{8E091966-16A9-08F6-C2C1-7C4CF9804AB6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18" creationId="{75EBA15B-7535-18B6-5666-3108FC5BAC60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0020874" sldId="325"/>
            <ac:spMk id="20" creationId="{C6A48B2B-15D5-92C9-FFB4-8221684924CB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3278819013" sldId="330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7" creationId="{6B1891C7-977E-BF47-5D9C-F6646C84A152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19" creationId="{B6C7A9AF-015F-364D-EC72-C01CC7E7FD40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20" creationId="{046A8C08-E88F-F61F-9922-028E6D91FE2E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23" creationId="{9026145A-3C15-D6CB-6432-98BED7BADEB9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24" creationId="{E517CD1D-0807-66D9-C0C2-AB5483307A79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39" creationId="{60E9077E-EC64-B8FF-2093-04A054D29F47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40" creationId="{DF2391EF-1B52-1878-6D9F-C9BF5F6D2C39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43" creationId="{CA14795A-B795-2616-C51B-AE7E21BC63A4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44" creationId="{9A060619-CA61-62FF-C1C4-C71AE3B0B88D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278819013" sldId="330"/>
            <ac:spMk id="47" creationId="{108F5DCE-F591-D54C-744F-9CA8D38FDF18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1009496160" sldId="331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009496160" sldId="331"/>
            <ac:spMk id="2" creationId="{359E9160-13C6-48C9-38FD-DAFC023CD621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2061641021" sldId="332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2061641021" sldId="332"/>
            <ac:spMk id="2" creationId="{BD9A8F3E-8C98-B128-B40B-053421F25415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2061641021" sldId="332"/>
            <ac:spMk id="3" creationId="{EC9CA506-91AB-EA7F-5507-C15F52F9F8DC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3775798004" sldId="333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75798004" sldId="333"/>
            <ac:spMk id="2" creationId="{450B4821-3306-2825-F659-BCD540293CBF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775798004" sldId="333"/>
            <ac:spMk id="3" creationId="{8A523D95-9A85-051C-4B65-64C702150715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1377187253" sldId="334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377187253" sldId="334"/>
            <ac:spMk id="2" creationId="{7E8CC921-DB12-AE60-A7DE-3F2F69DF05D1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377187253" sldId="334"/>
            <ac:spMk id="3" creationId="{31DA2A48-4642-43C5-A219-D69143989F14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950741520" sldId="335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950741520" sldId="335"/>
            <ac:spMk id="2" creationId="{C8FA1AE1-1A93-602E-1373-D9707F71D0C4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950741520" sldId="335"/>
            <ac:spMk id="3" creationId="{0BB186A3-6FE6-8728-1FDA-73E2A9B3D21D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2635465820" sldId="336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2635465820" sldId="336"/>
            <ac:spMk id="2" creationId="{2937A81E-F205-E586-B44C-211579A5C77D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2635465820" sldId="336"/>
            <ac:spMk id="3" creationId="{4FAAB8A8-4C6E-857D-F91B-D496DE51D63C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577277101" sldId="337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577277101" sldId="337"/>
            <ac:spMk id="2" creationId="{B194CA4F-9647-0712-D4E2-721054D2C9DE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577277101" sldId="337"/>
            <ac:spMk id="3" creationId="{AC2384BA-1A9F-CCCA-CB2F-B050E00EC90C}"/>
          </ac:spMkLst>
        </pc:spChg>
      </pc:sldChg>
      <pc:sldChg chg="addSp delSp modSp mod">
        <pc:chgData name="Antonucci  Egle" userId="328a1078-1085-4626-805a-fa72594303d8" providerId="ADAL" clId="{A415C695-16FD-4BC5-9E71-D13DCECCE917}" dt="2026-09-02T20:16:39.234" v="1002" actId="108"/>
        <pc:sldMkLst>
          <pc:docMk/>
          <pc:sldMk cId="3672320738" sldId="338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72320738" sldId="338"/>
            <ac:spMk id="2" creationId="{1D17F6BE-88DD-8FE2-CB79-78F58EB95694}"/>
          </ac:spMkLst>
        </pc:spChg>
        <pc:spChg chg="add mod">
          <ac:chgData name="Antonucci  Egle" userId="328a1078-1085-4626-805a-fa72594303d8" providerId="ADAL" clId="{A415C695-16FD-4BC5-9E71-D13DCECCE917}" dt="2026-09-02T18:03:48.058" v="2"/>
          <ac:spMkLst>
            <pc:docMk/>
            <pc:sldMk cId="3672320738" sldId="338"/>
            <ac:spMk id="3" creationId="{4F1E9EFC-E2E1-E9A3-E6FE-5A95590530A7}"/>
          </ac:spMkLst>
        </pc:spChg>
        <pc:spChg chg="mod">
          <ac:chgData name="Antonucci  Egle" userId="328a1078-1085-4626-805a-fa72594303d8" providerId="ADAL" clId="{A415C695-16FD-4BC5-9E71-D13DCECCE917}" dt="2026-09-02T18:03:48.058" v="2"/>
          <ac:spMkLst>
            <pc:docMk/>
            <pc:sldMk cId="3672320738" sldId="338"/>
            <ac:spMk id="5" creationId="{7D5A0E9F-4113-0B8C-5747-371A3E54BE7B}"/>
          </ac:spMkLst>
        </pc:spChg>
        <pc:spChg chg="add del mod">
          <ac:chgData name="Antonucci  Egle" userId="328a1078-1085-4626-805a-fa72594303d8" providerId="ADAL" clId="{A415C695-16FD-4BC5-9E71-D13DCECCE917}" dt="2026-09-02T19:34:35.155" v="259" actId="478"/>
          <ac:spMkLst>
            <pc:docMk/>
            <pc:sldMk cId="3672320738" sldId="338"/>
            <ac:spMk id="6" creationId="{C09D9D0B-AC3D-4FC5-6D63-5D41E184B0F5}"/>
          </ac:spMkLst>
        </pc:spChg>
        <pc:spChg chg="mod">
          <ac:chgData name="Antonucci  Egle" userId="328a1078-1085-4626-805a-fa72594303d8" providerId="ADAL" clId="{A415C695-16FD-4BC5-9E71-D13DCECCE917}" dt="2026-09-02T18:03:48.058" v="2"/>
          <ac:spMkLst>
            <pc:docMk/>
            <pc:sldMk cId="3672320738" sldId="338"/>
            <ac:spMk id="6" creationId="{EEE0DA94-99FD-28FD-6449-A02031BD0E68}"/>
          </ac:spMkLst>
        </pc:spChg>
        <pc:spChg chg="mod">
          <ac:chgData name="Antonucci  Egle" userId="328a1078-1085-4626-805a-fa72594303d8" providerId="ADAL" clId="{A415C695-16FD-4BC5-9E71-D13DCECCE917}" dt="2026-09-02T20:16:39.234" v="1002" actId="108"/>
          <ac:spMkLst>
            <pc:docMk/>
            <pc:sldMk cId="3672320738" sldId="338"/>
            <ac:spMk id="7" creationId="{5EE77A37-2318-5588-2F42-1D6F7BCC149B}"/>
          </ac:spMkLst>
        </pc:spChg>
        <pc:spChg chg="add del mod">
          <ac:chgData name="Antonucci  Egle" userId="328a1078-1085-4626-805a-fa72594303d8" providerId="ADAL" clId="{A415C695-16FD-4BC5-9E71-D13DCECCE917}" dt="2026-09-02T19:27:46.775" v="40" actId="478"/>
          <ac:spMkLst>
            <pc:docMk/>
            <pc:sldMk cId="3672320738" sldId="338"/>
            <ac:spMk id="8" creationId="{84518071-3D0E-D2A4-4F43-CC406162884B}"/>
          </ac:spMkLst>
        </pc:spChg>
        <pc:spChg chg="del mod">
          <ac:chgData name="Antonucci  Egle" userId="328a1078-1085-4626-805a-fa72594303d8" providerId="ADAL" clId="{A415C695-16FD-4BC5-9E71-D13DCECCE917}" dt="2026-09-02T20:07:57.722" v="848" actId="478"/>
          <ac:spMkLst>
            <pc:docMk/>
            <pc:sldMk cId="3672320738" sldId="338"/>
            <ac:spMk id="9" creationId="{26B77808-CC0C-EC60-6DEA-AF30877E80B7}"/>
          </ac:spMkLst>
        </pc:spChg>
        <pc:spChg chg="add del mod">
          <ac:chgData name="Antonucci  Egle" userId="328a1078-1085-4626-805a-fa72594303d8" providerId="ADAL" clId="{A415C695-16FD-4BC5-9E71-D13DCECCE917}" dt="2026-09-02T19:29:03.622" v="51"/>
          <ac:spMkLst>
            <pc:docMk/>
            <pc:sldMk cId="3672320738" sldId="338"/>
            <ac:spMk id="10" creationId="{1CF54B3C-D134-02B9-C0BF-B7F951A803FA}"/>
          </ac:spMkLst>
        </pc:spChg>
        <pc:spChg chg="add del mod">
          <ac:chgData name="Antonucci  Egle" userId="328a1078-1085-4626-805a-fa72594303d8" providerId="ADAL" clId="{A415C695-16FD-4BC5-9E71-D13DCECCE917}" dt="2026-09-02T19:33:57.038" v="115"/>
          <ac:spMkLst>
            <pc:docMk/>
            <pc:sldMk cId="3672320738" sldId="338"/>
            <ac:spMk id="11" creationId="{7495258C-22AA-C8BC-771B-3B96190660CF}"/>
          </ac:spMkLst>
        </pc:spChg>
        <pc:spChg chg="add mod">
          <ac:chgData name="Antonucci  Egle" userId="328a1078-1085-4626-805a-fa72594303d8" providerId="ADAL" clId="{A415C695-16FD-4BC5-9E71-D13DCECCE917}" dt="2026-09-02T18:03:48.058" v="2"/>
          <ac:spMkLst>
            <pc:docMk/>
            <pc:sldMk cId="3672320738" sldId="338"/>
            <ac:spMk id="11" creationId="{CFB1FB38-E6B0-C9E1-9737-07FB4433EFD0}"/>
          </ac:spMkLst>
        </pc:spChg>
        <pc:spChg chg="add mod">
          <ac:chgData name="Antonucci  Egle" userId="328a1078-1085-4626-805a-fa72594303d8" providerId="ADAL" clId="{A415C695-16FD-4BC5-9E71-D13DCECCE917}" dt="2026-09-02T18:03:48.058" v="2"/>
          <ac:spMkLst>
            <pc:docMk/>
            <pc:sldMk cId="3672320738" sldId="338"/>
            <ac:spMk id="12" creationId="{1BA33303-9A07-D289-BA48-EEE39248A407}"/>
          </ac:spMkLst>
        </pc:spChg>
        <pc:spChg chg="add del mod">
          <ac:chgData name="Antonucci  Egle" userId="328a1078-1085-4626-805a-fa72594303d8" providerId="ADAL" clId="{A415C695-16FD-4BC5-9E71-D13DCECCE917}" dt="2026-09-02T19:37:37.815" v="384"/>
          <ac:spMkLst>
            <pc:docMk/>
            <pc:sldMk cId="3672320738" sldId="338"/>
            <ac:spMk id="13" creationId="{2B4DAF74-AB8E-A30E-4A66-3B2A54998E75}"/>
          </ac:spMkLst>
        </pc:spChg>
        <pc:spChg chg="add del mod">
          <ac:chgData name="Antonucci  Egle" userId="328a1078-1085-4626-805a-fa72594303d8" providerId="ADAL" clId="{A415C695-16FD-4BC5-9E71-D13DCECCE917}" dt="2026-09-02T19:38:15.811" v="407"/>
          <ac:spMkLst>
            <pc:docMk/>
            <pc:sldMk cId="3672320738" sldId="338"/>
            <ac:spMk id="14" creationId="{3163116F-B20D-CAF4-FC4E-6ACE8BF4D6CD}"/>
          </ac:spMkLst>
        </pc:spChg>
        <pc:spChg chg="add del mod">
          <ac:chgData name="Antonucci  Egle" userId="328a1078-1085-4626-805a-fa72594303d8" providerId="ADAL" clId="{A415C695-16FD-4BC5-9E71-D13DCECCE917}" dt="2026-09-02T19:41:46.001" v="483"/>
          <ac:spMkLst>
            <pc:docMk/>
            <pc:sldMk cId="3672320738" sldId="338"/>
            <ac:spMk id="15" creationId="{A93FF25B-39C0-34B6-770B-192E9ECD254E}"/>
          </ac:spMkLst>
        </pc:spChg>
        <pc:spChg chg="add del mod">
          <ac:chgData name="Antonucci  Egle" userId="328a1078-1085-4626-805a-fa72594303d8" providerId="ADAL" clId="{A415C695-16FD-4BC5-9E71-D13DCECCE917}" dt="2026-09-02T18:05:13.300" v="4"/>
          <ac:spMkLst>
            <pc:docMk/>
            <pc:sldMk cId="3672320738" sldId="338"/>
            <ac:spMk id="16" creationId="{1FC189E8-964A-D7FD-3D58-3909C4083B26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72320738" sldId="338"/>
            <ac:spMk id="17" creationId="{0F0A2B6F-2E98-B335-2735-2104FCDDB1C3}"/>
          </ac:spMkLst>
        </pc:spChg>
        <pc:spChg chg="add del mod">
          <ac:chgData name="Antonucci  Egle" userId="328a1078-1085-4626-805a-fa72594303d8" providerId="ADAL" clId="{A415C695-16FD-4BC5-9E71-D13DCECCE917}" dt="2026-09-02T18:10:56.479" v="7"/>
          <ac:spMkLst>
            <pc:docMk/>
            <pc:sldMk cId="3672320738" sldId="338"/>
            <ac:spMk id="18" creationId="{37F109C0-963F-08C5-54DE-3266A73BEFBD}"/>
          </ac:spMkLst>
        </pc:spChg>
        <pc:spChg chg="add mod">
          <ac:chgData name="Antonucci  Egle" userId="328a1078-1085-4626-805a-fa72594303d8" providerId="ADAL" clId="{A415C695-16FD-4BC5-9E71-D13DCECCE917}" dt="2026-09-02T20:13:51.330" v="974" actId="1076"/>
          <ac:spMkLst>
            <pc:docMk/>
            <pc:sldMk cId="3672320738" sldId="338"/>
            <ac:spMk id="18" creationId="{8879C24F-A989-CB71-F324-A0F0238B9168}"/>
          </ac:spMkLst>
        </pc:spChg>
        <pc:spChg chg="add mod">
          <ac:chgData name="Antonucci  Egle" userId="328a1078-1085-4626-805a-fa72594303d8" providerId="ADAL" clId="{A415C695-16FD-4BC5-9E71-D13DCECCE917}" dt="2026-09-02T20:13:51.330" v="974" actId="1076"/>
          <ac:spMkLst>
            <pc:docMk/>
            <pc:sldMk cId="3672320738" sldId="338"/>
            <ac:spMk id="20" creationId="{BEC4887F-3BC1-07BE-B89A-8BB6DAD96E63}"/>
          </ac:spMkLst>
        </pc:spChg>
        <pc:spChg chg="add mod">
          <ac:chgData name="Antonucci  Egle" userId="328a1078-1085-4626-805a-fa72594303d8" providerId="ADAL" clId="{A415C695-16FD-4BC5-9E71-D13DCECCE917}" dt="2026-09-02T20:13:51.330" v="974" actId="1076"/>
          <ac:spMkLst>
            <pc:docMk/>
            <pc:sldMk cId="3672320738" sldId="338"/>
            <ac:spMk id="22" creationId="{E64C19E8-7E20-BCF6-012F-9F08D10E04B7}"/>
          </ac:spMkLst>
        </pc:spChg>
        <pc:spChg chg="add del 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72320738" sldId="338"/>
            <ac:spMk id="24" creationId="{9D296671-F447-1040-7833-92039ED66CD8}"/>
          </ac:spMkLst>
        </pc:spChg>
        <pc:spChg chg="add 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72320738" sldId="338"/>
            <ac:spMk id="25" creationId="{410042F6-3153-C0F5-7006-CC3BDA1E7DDE}"/>
          </ac:spMkLst>
        </pc:spChg>
        <pc:spChg chg="add del mod">
          <ac:chgData name="Antonucci  Egle" userId="328a1078-1085-4626-805a-fa72594303d8" providerId="ADAL" clId="{A415C695-16FD-4BC5-9E71-D13DCECCE917}" dt="2026-09-02T18:27:43.464" v="12"/>
          <ac:spMkLst>
            <pc:docMk/>
            <pc:sldMk cId="3672320738" sldId="338"/>
            <ac:spMk id="26" creationId="{2999EFA3-3D7A-CF4D-4A5E-25A2145C4CCA}"/>
          </ac:spMkLst>
        </pc:spChg>
        <pc:spChg chg="add mod">
          <ac:chgData name="Antonucci  Egle" userId="328a1078-1085-4626-805a-fa72594303d8" providerId="ADAL" clId="{A415C695-16FD-4BC5-9E71-D13DCECCE917}" dt="2026-09-02T20:13:51.330" v="974" actId="1076"/>
          <ac:spMkLst>
            <pc:docMk/>
            <pc:sldMk cId="3672320738" sldId="338"/>
            <ac:spMk id="27" creationId="{B66DD087-F46F-8453-62E7-2BFCF751FCCE}"/>
          </ac:spMkLst>
        </pc:spChg>
        <pc:spChg chg="add 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72320738" sldId="338"/>
            <ac:spMk id="28" creationId="{A3C7B4C9-91C3-44AB-F7BA-84FB128818B0}"/>
          </ac:spMkLst>
        </pc:spChg>
        <pc:spChg chg="add 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3672320738" sldId="338"/>
            <ac:spMk id="29" creationId="{DC452A65-202C-15B9-0AFC-26EDD5800062}"/>
          </ac:spMkLst>
        </pc:spChg>
        <pc:spChg chg="add mod">
          <ac:chgData name="Antonucci  Egle" userId="328a1078-1085-4626-805a-fa72594303d8" providerId="ADAL" clId="{A415C695-16FD-4BC5-9E71-D13DCECCE917}" dt="2026-09-02T20:13:51.330" v="974" actId="1076"/>
          <ac:spMkLst>
            <pc:docMk/>
            <pc:sldMk cId="3672320738" sldId="338"/>
            <ac:spMk id="30" creationId="{B8168AEC-7BA2-3883-E446-51509479C1CC}"/>
          </ac:spMkLst>
        </pc:spChg>
        <pc:spChg chg="add mod">
          <ac:chgData name="Antonucci  Egle" userId="328a1078-1085-4626-805a-fa72594303d8" providerId="ADAL" clId="{A415C695-16FD-4BC5-9E71-D13DCECCE917}" dt="2026-09-02T20:15:48.968" v="991" actId="692"/>
          <ac:spMkLst>
            <pc:docMk/>
            <pc:sldMk cId="3672320738" sldId="338"/>
            <ac:spMk id="37" creationId="{B1FF6A1B-F214-AD15-9392-9603D7817081}"/>
          </ac:spMkLst>
        </pc:spChg>
        <pc:spChg chg="add mod">
          <ac:chgData name="Antonucci  Egle" userId="328a1078-1085-4626-805a-fa72594303d8" providerId="ADAL" clId="{A415C695-16FD-4BC5-9E71-D13DCECCE917}" dt="2026-09-02T20:15:48.968" v="991" actId="692"/>
          <ac:spMkLst>
            <pc:docMk/>
            <pc:sldMk cId="3672320738" sldId="338"/>
            <ac:spMk id="38" creationId="{39BE153A-E3FF-1A71-8C2B-76CB323C4D32}"/>
          </ac:spMkLst>
        </pc:spChg>
        <pc:spChg chg="add mod">
          <ac:chgData name="Antonucci  Egle" userId="328a1078-1085-4626-805a-fa72594303d8" providerId="ADAL" clId="{A415C695-16FD-4BC5-9E71-D13DCECCE917}" dt="2026-09-02T20:15:48.968" v="991" actId="692"/>
          <ac:spMkLst>
            <pc:docMk/>
            <pc:sldMk cId="3672320738" sldId="338"/>
            <ac:spMk id="39" creationId="{ACEA8306-0D88-6E36-774D-0CFE7FA0397B}"/>
          </ac:spMkLst>
        </pc:spChg>
        <pc:spChg chg="mod">
          <ac:chgData name="Antonucci  Egle" userId="328a1078-1085-4626-805a-fa72594303d8" providerId="ADAL" clId="{A415C695-16FD-4BC5-9E71-D13DCECCE917}" dt="2026-09-02T20:12:11.792" v="911"/>
          <ac:spMkLst>
            <pc:docMk/>
            <pc:sldMk cId="3672320738" sldId="338"/>
            <ac:spMk id="41" creationId="{9C7C8830-593B-00A1-F58E-109BF2BFB398}"/>
          </ac:spMkLst>
        </pc:spChg>
        <pc:spChg chg="mod">
          <ac:chgData name="Antonucci  Egle" userId="328a1078-1085-4626-805a-fa72594303d8" providerId="ADAL" clId="{A415C695-16FD-4BC5-9E71-D13DCECCE917}" dt="2026-09-02T20:12:11.792" v="911"/>
          <ac:spMkLst>
            <pc:docMk/>
            <pc:sldMk cId="3672320738" sldId="338"/>
            <ac:spMk id="42" creationId="{A93B42C0-B84C-2E84-94BF-50B9FD079673}"/>
          </ac:spMkLst>
        </pc:spChg>
        <pc:spChg chg="mod">
          <ac:chgData name="Antonucci  Egle" userId="328a1078-1085-4626-805a-fa72594303d8" providerId="ADAL" clId="{A415C695-16FD-4BC5-9E71-D13DCECCE917}" dt="2026-09-02T20:12:11.792" v="911"/>
          <ac:spMkLst>
            <pc:docMk/>
            <pc:sldMk cId="3672320738" sldId="338"/>
            <ac:spMk id="43" creationId="{A7D4C3F3-B484-1328-9F06-DBACAED1E0D8}"/>
          </ac:spMkLst>
        </pc:spChg>
        <pc:spChg chg="mod">
          <ac:chgData name="Antonucci  Egle" userId="328a1078-1085-4626-805a-fa72594303d8" providerId="ADAL" clId="{A415C695-16FD-4BC5-9E71-D13DCECCE917}" dt="2026-09-02T20:12:55.683" v="956"/>
          <ac:spMkLst>
            <pc:docMk/>
            <pc:sldMk cId="3672320738" sldId="338"/>
            <ac:spMk id="45" creationId="{FC3AE8C6-3EDA-153E-27E6-A87DEA7C1FDA}"/>
          </ac:spMkLst>
        </pc:spChg>
        <pc:spChg chg="mod">
          <ac:chgData name="Antonucci  Egle" userId="328a1078-1085-4626-805a-fa72594303d8" providerId="ADAL" clId="{A415C695-16FD-4BC5-9E71-D13DCECCE917}" dt="2026-09-02T20:12:55.683" v="956"/>
          <ac:spMkLst>
            <pc:docMk/>
            <pc:sldMk cId="3672320738" sldId="338"/>
            <ac:spMk id="46" creationId="{24FA5354-01FF-57B6-1281-85EFFD9F2C29}"/>
          </ac:spMkLst>
        </pc:spChg>
        <pc:spChg chg="mod">
          <ac:chgData name="Antonucci  Egle" userId="328a1078-1085-4626-805a-fa72594303d8" providerId="ADAL" clId="{A415C695-16FD-4BC5-9E71-D13DCECCE917}" dt="2026-09-02T20:12:55.683" v="956"/>
          <ac:spMkLst>
            <pc:docMk/>
            <pc:sldMk cId="3672320738" sldId="338"/>
            <ac:spMk id="47" creationId="{3AD8F891-295A-21E5-E4B8-C71A007A545C}"/>
          </ac:spMkLst>
        </pc:spChg>
        <pc:spChg chg="mod">
          <ac:chgData name="Antonucci  Egle" userId="328a1078-1085-4626-805a-fa72594303d8" providerId="ADAL" clId="{A415C695-16FD-4BC5-9E71-D13DCECCE917}" dt="2026-09-02T20:15:52.870" v="993"/>
          <ac:spMkLst>
            <pc:docMk/>
            <pc:sldMk cId="3672320738" sldId="338"/>
            <ac:spMk id="50" creationId="{318C31B0-B09C-A6B5-C39A-C0B76BF74551}"/>
          </ac:spMkLst>
        </pc:spChg>
        <pc:spChg chg="mod">
          <ac:chgData name="Antonucci  Egle" userId="328a1078-1085-4626-805a-fa72594303d8" providerId="ADAL" clId="{A415C695-16FD-4BC5-9E71-D13DCECCE917}" dt="2026-09-02T20:15:52.870" v="993"/>
          <ac:spMkLst>
            <pc:docMk/>
            <pc:sldMk cId="3672320738" sldId="338"/>
            <ac:spMk id="51" creationId="{88D1396A-00BB-0B06-5409-7CF852856811}"/>
          </ac:spMkLst>
        </pc:spChg>
        <pc:spChg chg="mod">
          <ac:chgData name="Antonucci  Egle" userId="328a1078-1085-4626-805a-fa72594303d8" providerId="ADAL" clId="{A415C695-16FD-4BC5-9E71-D13DCECCE917}" dt="2026-09-02T20:15:52.870" v="993"/>
          <ac:spMkLst>
            <pc:docMk/>
            <pc:sldMk cId="3672320738" sldId="338"/>
            <ac:spMk id="52" creationId="{CF785411-7B70-EFF0-A74F-AF4FCA57F8E3}"/>
          </ac:spMkLst>
        </pc:spChg>
        <pc:spChg chg="mod">
          <ac:chgData name="Antonucci  Egle" userId="328a1078-1085-4626-805a-fa72594303d8" providerId="ADAL" clId="{A415C695-16FD-4BC5-9E71-D13DCECCE917}" dt="2026-09-02T20:16:01.075" v="996"/>
          <ac:spMkLst>
            <pc:docMk/>
            <pc:sldMk cId="3672320738" sldId="338"/>
            <ac:spMk id="54" creationId="{450B0F9D-47BB-8894-C0EE-94B7FE1B1872}"/>
          </ac:spMkLst>
        </pc:spChg>
        <pc:spChg chg="mod">
          <ac:chgData name="Antonucci  Egle" userId="328a1078-1085-4626-805a-fa72594303d8" providerId="ADAL" clId="{A415C695-16FD-4BC5-9E71-D13DCECCE917}" dt="2026-09-02T20:16:01.075" v="996"/>
          <ac:spMkLst>
            <pc:docMk/>
            <pc:sldMk cId="3672320738" sldId="338"/>
            <ac:spMk id="55" creationId="{ADC7286A-556F-B231-4024-530236B3F81F}"/>
          </ac:spMkLst>
        </pc:spChg>
        <pc:spChg chg="mod">
          <ac:chgData name="Antonucci  Egle" userId="328a1078-1085-4626-805a-fa72594303d8" providerId="ADAL" clId="{A415C695-16FD-4BC5-9E71-D13DCECCE917}" dt="2026-09-02T20:16:01.075" v="996"/>
          <ac:spMkLst>
            <pc:docMk/>
            <pc:sldMk cId="3672320738" sldId="338"/>
            <ac:spMk id="56" creationId="{AAA84061-FF44-A218-9903-31AC37E9BA72}"/>
          </ac:spMkLst>
        </pc:spChg>
        <pc:grpChg chg="add mod">
          <ac:chgData name="Antonucci  Egle" userId="328a1078-1085-4626-805a-fa72594303d8" providerId="ADAL" clId="{A415C695-16FD-4BC5-9E71-D13DCECCE917}" dt="2026-09-02T18:03:48.058" v="2"/>
          <ac:grpSpMkLst>
            <pc:docMk/>
            <pc:sldMk cId="3672320738" sldId="338"/>
            <ac:grpSpMk id="4" creationId="{428DFA4F-FECB-4ED6-D0AB-0DDE97056028}"/>
          </ac:grpSpMkLst>
        </pc:grpChg>
        <pc:grpChg chg="add mod">
          <ac:chgData name="Antonucci  Egle" userId="328a1078-1085-4626-805a-fa72594303d8" providerId="ADAL" clId="{A415C695-16FD-4BC5-9E71-D13DCECCE917}" dt="2026-09-02T20:12:25.767" v="927" actId="1036"/>
          <ac:grpSpMkLst>
            <pc:docMk/>
            <pc:sldMk cId="3672320738" sldId="338"/>
            <ac:grpSpMk id="33" creationId="{34A8B673-2A92-F438-5784-03A287D94C2C}"/>
          </ac:grpSpMkLst>
        </pc:grpChg>
        <pc:grpChg chg="add mod">
          <ac:chgData name="Antonucci  Egle" userId="328a1078-1085-4626-805a-fa72594303d8" providerId="ADAL" clId="{A415C695-16FD-4BC5-9E71-D13DCECCE917}" dt="2026-09-02T20:12:44.017" v="953" actId="1076"/>
          <ac:grpSpMkLst>
            <pc:docMk/>
            <pc:sldMk cId="3672320738" sldId="338"/>
            <ac:grpSpMk id="34" creationId="{2534F879-00BD-738F-2381-1DFFB9CF9B9B}"/>
          </ac:grpSpMkLst>
        </pc:grpChg>
        <pc:grpChg chg="add mod">
          <ac:chgData name="Antonucci  Egle" userId="328a1078-1085-4626-805a-fa72594303d8" providerId="ADAL" clId="{A415C695-16FD-4BC5-9E71-D13DCECCE917}" dt="2026-09-02T20:08:02.138" v="849" actId="14100"/>
          <ac:grpSpMkLst>
            <pc:docMk/>
            <pc:sldMk cId="3672320738" sldId="338"/>
            <ac:grpSpMk id="35" creationId="{81821DF5-A3D1-D336-F6F4-978B3EEA6F5D}"/>
          </ac:grpSpMkLst>
        </pc:grpChg>
        <pc:grpChg chg="add mod">
          <ac:chgData name="Antonucci  Egle" userId="328a1078-1085-4626-805a-fa72594303d8" providerId="ADAL" clId="{A415C695-16FD-4BC5-9E71-D13DCECCE917}" dt="2026-09-02T20:15:33.652" v="980" actId="207"/>
          <ac:grpSpMkLst>
            <pc:docMk/>
            <pc:sldMk cId="3672320738" sldId="338"/>
            <ac:grpSpMk id="36" creationId="{B5277C0A-39B8-4616-33C5-1698DEAF7BAC}"/>
          </ac:grpSpMkLst>
        </pc:grpChg>
        <pc:grpChg chg="add del mod">
          <ac:chgData name="Antonucci  Egle" userId="328a1078-1085-4626-805a-fa72594303d8" providerId="ADAL" clId="{A415C695-16FD-4BC5-9E71-D13DCECCE917}" dt="2026-09-02T20:16:00.586" v="995" actId="478"/>
          <ac:grpSpMkLst>
            <pc:docMk/>
            <pc:sldMk cId="3672320738" sldId="338"/>
            <ac:grpSpMk id="40" creationId="{B4D8EA12-3A16-46E5-428D-9124AF11F341}"/>
          </ac:grpSpMkLst>
        </pc:grpChg>
        <pc:grpChg chg="add del mod">
          <ac:chgData name="Antonucci  Egle" userId="328a1078-1085-4626-805a-fa72594303d8" providerId="ADAL" clId="{A415C695-16FD-4BC5-9E71-D13DCECCE917}" dt="2026-09-02T20:15:52.432" v="992" actId="478"/>
          <ac:grpSpMkLst>
            <pc:docMk/>
            <pc:sldMk cId="3672320738" sldId="338"/>
            <ac:grpSpMk id="44" creationId="{A5358537-2017-FA90-5AC0-DC478DFC2768}"/>
          </ac:grpSpMkLst>
        </pc:grpChg>
        <pc:grpChg chg="add mod">
          <ac:chgData name="Antonucci  Egle" userId="328a1078-1085-4626-805a-fa72594303d8" providerId="ADAL" clId="{A415C695-16FD-4BC5-9E71-D13DCECCE917}" dt="2026-09-02T20:15:58.989" v="994" actId="1076"/>
          <ac:grpSpMkLst>
            <pc:docMk/>
            <pc:sldMk cId="3672320738" sldId="338"/>
            <ac:grpSpMk id="49" creationId="{01244D2D-0924-47E6-C68D-7A0B016C18CF}"/>
          </ac:grpSpMkLst>
        </pc:grpChg>
        <pc:grpChg chg="add mod">
          <ac:chgData name="Antonucci  Egle" userId="328a1078-1085-4626-805a-fa72594303d8" providerId="ADAL" clId="{A415C695-16FD-4BC5-9E71-D13DCECCE917}" dt="2026-09-02T20:16:08.888" v="997" actId="1076"/>
          <ac:grpSpMkLst>
            <pc:docMk/>
            <pc:sldMk cId="3672320738" sldId="338"/>
            <ac:grpSpMk id="53" creationId="{DF0B14DA-124C-2FC7-68B6-0C150A3C114B}"/>
          </ac:grpSpMkLst>
        </pc:grpChg>
        <pc:cxnChg chg="add mod">
          <ac:chgData name="Antonucci  Egle" userId="328a1078-1085-4626-805a-fa72594303d8" providerId="ADAL" clId="{A415C695-16FD-4BC5-9E71-D13DCECCE917}" dt="2026-09-02T20:13:51.330" v="974" actId="1076"/>
          <ac:cxnSpMkLst>
            <pc:docMk/>
            <pc:sldMk cId="3672320738" sldId="338"/>
            <ac:cxnSpMk id="3" creationId="{252C86CF-1273-1080-89D0-5E2321FD95BD}"/>
          </ac:cxnSpMkLst>
        </pc:cxnChg>
        <pc:cxnChg chg="add mod">
          <ac:chgData name="Antonucci  Egle" userId="328a1078-1085-4626-805a-fa72594303d8" providerId="ADAL" clId="{A415C695-16FD-4BC5-9E71-D13DCECCE917}" dt="2026-09-02T18:03:48.058" v="2"/>
          <ac:cxnSpMkLst>
            <pc:docMk/>
            <pc:sldMk cId="3672320738" sldId="338"/>
            <ac:cxnSpMk id="8" creationId="{DC9DC778-CB30-9DB4-7CFA-6C61F1E489DF}"/>
          </ac:cxnSpMkLst>
        </pc:cxnChg>
        <pc:cxnChg chg="add mod">
          <ac:chgData name="Antonucci  Egle" userId="328a1078-1085-4626-805a-fa72594303d8" providerId="ADAL" clId="{A415C695-16FD-4BC5-9E71-D13DCECCE917}" dt="2026-09-02T18:03:48.058" v="2"/>
          <ac:cxnSpMkLst>
            <pc:docMk/>
            <pc:sldMk cId="3672320738" sldId="338"/>
            <ac:cxnSpMk id="10" creationId="{9571869D-0057-101F-9744-4E430BF4020F}"/>
          </ac:cxnSpMkLst>
        </pc:cxnChg>
        <pc:cxnChg chg="add mod">
          <ac:chgData name="Antonucci  Egle" userId="328a1078-1085-4626-805a-fa72594303d8" providerId="ADAL" clId="{A415C695-16FD-4BC5-9E71-D13DCECCE917}" dt="2026-09-02T18:03:48.058" v="2"/>
          <ac:cxnSpMkLst>
            <pc:docMk/>
            <pc:sldMk cId="3672320738" sldId="338"/>
            <ac:cxnSpMk id="13" creationId="{CA10D019-0A3D-89BC-8CAF-18C834D3D4C4}"/>
          </ac:cxnSpMkLst>
        </pc:cxnChg>
        <pc:cxnChg chg="del mod">
          <ac:chgData name="Antonucci  Egle" userId="328a1078-1085-4626-805a-fa72594303d8" providerId="ADAL" clId="{A415C695-16FD-4BC5-9E71-D13DCECCE917}" dt="2026-09-02T20:12:52.151" v="955" actId="478"/>
          <ac:cxnSpMkLst>
            <pc:docMk/>
            <pc:sldMk cId="3672320738" sldId="338"/>
            <ac:cxnSpMk id="21" creationId="{638815B5-55FA-9148-E7A5-325086C7D1D9}"/>
          </ac:cxnSpMkLst>
        </pc:cxnChg>
        <pc:cxnChg chg="add mod">
          <ac:chgData name="Antonucci  Egle" userId="328a1078-1085-4626-805a-fa72594303d8" providerId="ADAL" clId="{A415C695-16FD-4BC5-9E71-D13DCECCE917}" dt="2026-09-02T18:27:46.885" v="13"/>
          <ac:cxnSpMkLst>
            <pc:docMk/>
            <pc:sldMk cId="3672320738" sldId="338"/>
            <ac:cxnSpMk id="27" creationId="{AC10D5B5-BEB7-A511-F61F-1A3A96D7DD74}"/>
          </ac:cxnSpMkLst>
        </pc:cxnChg>
        <pc:cxnChg chg="add del mod">
          <ac:chgData name="Antonucci  Egle" userId="328a1078-1085-4626-805a-fa72594303d8" providerId="ADAL" clId="{A415C695-16FD-4BC5-9E71-D13DCECCE917}" dt="2026-09-02T19:36:10.705" v="288" actId="478"/>
          <ac:cxnSpMkLst>
            <pc:docMk/>
            <pc:sldMk cId="3672320738" sldId="338"/>
            <ac:cxnSpMk id="31" creationId="{CB8B8FC4-5219-A70F-CC17-AB503D859AF9}"/>
          </ac:cxnSpMkLst>
        </pc:cxnChg>
        <pc:cxnChg chg="add del mod">
          <ac:chgData name="Antonucci  Egle" userId="328a1078-1085-4626-805a-fa72594303d8" providerId="ADAL" clId="{A415C695-16FD-4BC5-9E71-D13DCECCE917}" dt="2026-09-02T20:15:07.770" v="979" actId="478"/>
          <ac:cxnSpMkLst>
            <pc:docMk/>
            <pc:sldMk cId="3672320738" sldId="338"/>
            <ac:cxnSpMk id="48" creationId="{56F872B3-0E14-EB91-3427-2FE908213685}"/>
          </ac:cxnSpMkLst>
        </pc:cxn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1792112003" sldId="339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792112003" sldId="339"/>
            <ac:spMk id="2" creationId="{2032D8DB-3639-7C65-36C8-9AE17E54577D}"/>
          </ac:spMkLst>
        </pc:spChg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792112003" sldId="339"/>
            <ac:spMk id="3" creationId="{13527059-5BEC-5828-6B31-5101571FD904}"/>
          </ac:spMkLst>
        </pc:spChg>
      </pc:sldChg>
      <pc:sldChg chg="modSp mod">
        <pc:chgData name="Antonucci  Egle" userId="328a1078-1085-4626-805a-fa72594303d8" providerId="ADAL" clId="{A415C695-16FD-4BC5-9E71-D13DCECCE917}" dt="2026-09-02T20:09:01.616" v="891" actId="790"/>
        <pc:sldMkLst>
          <pc:docMk/>
          <pc:sldMk cId="1258815967" sldId="340"/>
        </pc:sldMkLst>
        <pc:spChg chg="mod">
          <ac:chgData name="Antonucci  Egle" userId="328a1078-1085-4626-805a-fa72594303d8" providerId="ADAL" clId="{A415C695-16FD-4BC5-9E71-D13DCECCE917}" dt="2026-09-02T20:09:01.616" v="891" actId="790"/>
          <ac:spMkLst>
            <pc:docMk/>
            <pc:sldMk cId="1258815967" sldId="340"/>
            <ac:spMk id="2" creationId="{3C7CD208-2BD0-36D2-53FD-924AD0F8966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531CDF-70D6-4AEF-91E2-1A078360BAF5}" type="datetimeFigureOut">
              <a:rPr lang="it-IT" smtClean="0"/>
              <a:t>04/09/2026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5367167-11A0-4F1E-B4C2-F6C904BE8E0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677867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pertura - Titolo presentazion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55988862-B47E-48D4-9426-E775261B7C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11070" cy="6858000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E7FA2C98-6DE1-4D78-AE6F-0BAAE6E1D85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27DE37F3-51F4-48BE-8599-73297EEF3BD3}"/>
              </a:ext>
            </a:extLst>
          </p:cNvPr>
          <p:cNvCxnSpPr/>
          <p:nvPr userDrawn="1"/>
        </p:nvCxnSpPr>
        <p:spPr>
          <a:xfrm>
            <a:off x="6705088" y="5410098"/>
            <a:ext cx="1552353" cy="0"/>
          </a:xfrm>
          <a:prstGeom prst="line">
            <a:avLst/>
          </a:prstGeom>
          <a:ln w="412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testo 6">
            <a:extLst>
              <a:ext uri="{FF2B5EF4-FFF2-40B4-BE49-F238E27FC236}">
                <a16:creationId xmlns:a16="http://schemas.microsoft.com/office/drawing/2014/main" id="{5BB8A5A3-9EC2-4C88-8FAC-05F96F00D7E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02817" y="888227"/>
            <a:ext cx="5040000" cy="3024000"/>
          </a:xfrm>
          <a:prstGeom prst="rect">
            <a:avLst/>
          </a:prstGeom>
        </p:spPr>
        <p:txBody>
          <a:bodyPr anchor="b" anchorCtr="0"/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/>
              <a:t>Fare clic per modificare gli stili del testo</a:t>
            </a:r>
          </a:p>
        </p:txBody>
      </p:sp>
      <p:sp>
        <p:nvSpPr>
          <p:cNvPr id="9" name="Segnaposto testo 9">
            <a:extLst>
              <a:ext uri="{FF2B5EF4-FFF2-40B4-BE49-F238E27FC236}">
                <a16:creationId xmlns:a16="http://schemas.microsoft.com/office/drawing/2014/main" id="{95F7323E-8285-4667-83C4-2BED21A60E3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2413" y="4249738"/>
            <a:ext cx="5040312" cy="100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400">
                <a:solidFill>
                  <a:schemeClr val="bg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/>
              <a:t>Fare clic per modificare gli stili del testo</a:t>
            </a:r>
          </a:p>
        </p:txBody>
      </p:sp>
    </p:spTree>
    <p:extLst>
      <p:ext uri="{BB962C8B-B14F-4D97-AF65-F5344CB8AC3E}">
        <p14:creationId xmlns:p14="http://schemas.microsoft.com/office/powerpoint/2010/main" val="3513604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 sezion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835A83-FEB5-48B4-8C7E-044BE53CC2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525" y="2682222"/>
            <a:ext cx="11664950" cy="2387600"/>
          </a:xfrm>
        </p:spPr>
        <p:txBody>
          <a:bodyPr anchor="b">
            <a:normAutofit/>
          </a:bodyPr>
          <a:lstStyle>
            <a:lvl1pPr algn="ctr">
              <a:defRPr sz="4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02385FDE-6C5D-4896-92DC-B1ADC53894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3525" y="5202238"/>
            <a:ext cx="11664950" cy="714468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EAFFE0D-0C9D-4A48-AED5-33CF7939E3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00" y="266400"/>
            <a:ext cx="1309846" cy="57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6226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 sezione con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그림 개체 틀 5">
            <a:extLst>
              <a:ext uri="{FF2B5EF4-FFF2-40B4-BE49-F238E27FC236}">
                <a16:creationId xmlns:a16="http://schemas.microsoft.com/office/drawing/2014/main" id="{467B1EFD-3A9D-457D-BBE0-7ACE87EB3F5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3778622" y="0"/>
            <a:ext cx="8413377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effectLst/>
        </p:spPr>
        <p:txBody>
          <a:bodyPr wrap="square" anchor="ctr">
            <a:noAutofit/>
          </a:bodyPr>
          <a:lstStyle>
            <a:lvl1pPr marL="0" marR="0" indent="0" algn="ctr" defTabSz="914400" rtl="0" eaLnBrk="1" fontAlgn="auto" latinLnBrk="1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chemeClr val="bg1">
                    <a:lumMod val="50000"/>
                  </a:schemeClr>
                </a:solidFill>
                <a:latin typeface="+mn-lt"/>
              </a:defRPr>
            </a:lvl1pPr>
          </a:lstStyle>
          <a:p>
            <a:r>
              <a:rPr lang="en-US" altLang="ko-KR"/>
              <a:t>                                      </a:t>
            </a:r>
            <a:r>
              <a:rPr lang="en-US" altLang="ko-KR" err="1"/>
              <a:t>Inserisci</a:t>
            </a:r>
            <a:r>
              <a:rPr lang="en-US" altLang="ko-KR"/>
              <a:t> </a:t>
            </a:r>
            <a:r>
              <a:rPr lang="en-US" altLang="ko-KR" err="1"/>
              <a:t>immagine</a:t>
            </a:r>
            <a:r>
              <a:rPr lang="en-US" altLang="ko-KR"/>
              <a:t>  </a:t>
            </a:r>
            <a:endParaRPr lang="ko-KR" altLang="en-US"/>
          </a:p>
        </p:txBody>
      </p:sp>
      <p:sp>
        <p:nvSpPr>
          <p:cNvPr id="6" name="Shape 14">
            <a:extLst>
              <a:ext uri="{FF2B5EF4-FFF2-40B4-BE49-F238E27FC236}">
                <a16:creationId xmlns:a16="http://schemas.microsoft.com/office/drawing/2014/main" id="{E6CEB77F-C2FB-412D-ABD2-524F04C33F6A}"/>
              </a:ext>
            </a:extLst>
          </p:cNvPr>
          <p:cNvSpPr/>
          <p:nvPr userDrawn="1"/>
        </p:nvSpPr>
        <p:spPr>
          <a:xfrm flipH="1">
            <a:off x="-7127" y="-1"/>
            <a:ext cx="3779026" cy="6857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8A73D10D-42B2-4140-B143-9E1099C04D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2875" y="260351"/>
            <a:ext cx="3486150" cy="4883150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>
              <a:defRPr sz="4000" b="1">
                <a:solidFill>
                  <a:schemeClr val="tx2">
                    <a:lumMod val="90000"/>
                    <a:lumOff val="10000"/>
                  </a:schemeClr>
                </a:solidFill>
                <a:latin typeface="+mj-lt"/>
              </a:defRPr>
            </a:lvl1pPr>
            <a:lvl2pPr>
              <a:defRPr sz="4800">
                <a:latin typeface="+mj-lt"/>
              </a:defRPr>
            </a:lvl2pPr>
            <a:lvl3pPr>
              <a:defRPr sz="4800">
                <a:latin typeface="+mj-lt"/>
              </a:defRPr>
            </a:lvl3pPr>
            <a:lvl4pPr>
              <a:defRPr sz="4800">
                <a:latin typeface="+mj-lt"/>
              </a:defRPr>
            </a:lvl4pPr>
            <a:lvl5pPr>
              <a:defRPr sz="4800">
                <a:latin typeface="+mj-lt"/>
              </a:defRPr>
            </a:lvl5pPr>
          </a:lstStyle>
          <a:p>
            <a:pPr lvl="0"/>
            <a:r>
              <a:rPr lang="it-IT"/>
              <a:t>Fare clic per modificare gli stili del titolo</a:t>
            </a:r>
          </a:p>
        </p:txBody>
      </p:sp>
      <p:sp>
        <p:nvSpPr>
          <p:cNvPr id="8" name="Segnaposto testo 9">
            <a:extLst>
              <a:ext uri="{FF2B5EF4-FFF2-40B4-BE49-F238E27FC236}">
                <a16:creationId xmlns:a16="http://schemas.microsoft.com/office/drawing/2014/main" id="{98B74FA1-92E9-41CD-8A30-4D1772522A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2471" y="5290344"/>
            <a:ext cx="3486150" cy="1307306"/>
          </a:xfrm>
          <a:prstGeom prst="rect">
            <a:avLst/>
          </a:prstGeom>
        </p:spPr>
        <p:txBody>
          <a:bodyPr lIns="108000"/>
          <a:lstStyle>
            <a:lvl1pPr>
              <a:defRPr sz="2400">
                <a:solidFill>
                  <a:schemeClr val="tx1"/>
                </a:solidFill>
                <a:latin typeface="+mn-lt"/>
              </a:defRPr>
            </a:lvl1pPr>
            <a:lvl2pPr>
              <a:defRPr sz="2000">
                <a:latin typeface="+mn-lt"/>
              </a:defRPr>
            </a:lvl2pPr>
            <a:lvl3pPr>
              <a:defRPr sz="2000">
                <a:latin typeface="+mn-lt"/>
              </a:defRPr>
            </a:lvl3pPr>
            <a:lvl4pPr>
              <a:defRPr sz="2000">
                <a:latin typeface="+mn-lt"/>
              </a:defRPr>
            </a:lvl4pPr>
            <a:lvl5pPr>
              <a:defRPr sz="2000">
                <a:latin typeface="+mn-lt"/>
              </a:defRPr>
            </a:lvl5pPr>
          </a:lstStyle>
          <a:p>
            <a:pPr lvl="0"/>
            <a:r>
              <a:rPr lang="it-IT"/>
              <a:t>Fare clic per modificare gli stili del sottotitolo</a:t>
            </a:r>
          </a:p>
        </p:txBody>
      </p:sp>
      <p:pic>
        <p:nvPicPr>
          <p:cNvPr id="9" name="Immagine 8" descr="Immagine che contiene testo&#10;&#10;Descrizione generata automaticamente">
            <a:extLst>
              <a:ext uri="{FF2B5EF4-FFF2-40B4-BE49-F238E27FC236}">
                <a16:creationId xmlns:a16="http://schemas.microsoft.com/office/drawing/2014/main" id="{687AE522-6203-4B27-B07D-312A2F226A8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5906" y="266400"/>
            <a:ext cx="1310643" cy="576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923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6F03F2-89AF-42A3-A2AB-51741EB9F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6B3A445-4E39-4C60-BF68-A49E856318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400" y="1548000"/>
            <a:ext cx="11664950" cy="4680000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4125241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centrale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itolo 1">
            <a:extLst>
              <a:ext uri="{FF2B5EF4-FFF2-40B4-BE49-F238E27FC236}">
                <a16:creationId xmlns:a16="http://schemas.microsoft.com/office/drawing/2014/main" id="{CBAC65A3-B6FC-44F3-B14D-3891FC4F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00" y="180000"/>
            <a:ext cx="11662075" cy="1080000"/>
          </a:xfrm>
          <a:prstGeom prst="rect">
            <a:avLst/>
          </a:prstGeom>
        </p:spPr>
        <p:txBody>
          <a:bodyPr vert="horz" wrap="square" lIns="91440" tIns="45720" rIns="91440" bIns="45720" rtlCol="0" anchor="t" anchorCtr="0">
            <a:spAutoFit/>
          </a:bodyPr>
          <a:lstStyle>
            <a:lvl1pPr algn="ctr">
              <a:defRPr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BBFC0353-3BF7-4026-97BB-6EA39F4991E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6400" y="1548000"/>
            <a:ext cx="11662075" cy="46800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06753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titolo 1">
            <a:extLst>
              <a:ext uri="{FF2B5EF4-FFF2-40B4-BE49-F238E27FC236}">
                <a16:creationId xmlns:a16="http://schemas.microsoft.com/office/drawing/2014/main" id="{CBAC65A3-B6FC-44F3-B14D-3891FC4F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399" y="180000"/>
            <a:ext cx="11662075" cy="1188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>
            <a:lvl1pPr algn="ctr">
              <a:defRPr/>
            </a:lvl1pPr>
          </a:lstStyle>
          <a:p>
            <a:r>
              <a:rPr lang="it-IT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541020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5432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iusura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72F68884-7283-48EF-B315-53827BAF1A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125" y="5410098"/>
            <a:ext cx="2166253" cy="952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31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CEA121-D4F4-AFB1-2345-C7D0497925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F6BBF7D7-D49F-ECBD-DC59-A96E2E7376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2E9F937-9DFB-09DD-AA67-4B3D79699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AA8732A-BB68-46BF-0AFB-AFF1C081B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52F4968-AB94-B47C-C5D5-E9C03555E9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07735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BA28E2-1398-78AA-EBD8-D33C2C6F5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A3AA39-64D5-1628-362E-CB8355949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AD6DB6A-8FCC-2096-31CB-A76E92843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BE21815-5C86-C1DB-08B1-84AA72C50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7D1D657-2A20-A7E5-93BA-7536E1417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03614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A090DA-76E4-4210-180C-38F0F485F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D625104-F349-5E4D-612A-4F25F697F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0B2B4E5-505C-3480-E048-A91DDA8DB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DD34B75-DBC2-5C08-D802-9EC656969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3285659-5E19-9BB5-9AF2-E2A2290E8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9956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1F525B-9A6F-EFE0-C0F5-B5DB8BF0F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2B064E-6075-56F4-17B2-B95B4350DB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48F99735-D3CD-1D5E-2017-BBD60125C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7ACCC6D-CC7F-F4A1-BE81-89369B95B1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F905935-460C-6888-8642-417E0CFA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8F5C22A-BB35-FFFF-C37B-8BC861E25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3482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BBDE178-D849-A7CD-D129-7BC399114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3188252-0ED0-A896-3F9C-05DFDA8CBA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FB9AC22-2DFD-EF90-F2D2-DDA69E78FA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3BE6B6A5-7DFD-EE94-CB95-FAABF0163F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044DF8F-A6CB-AA98-AE52-F3CA7D19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982B0BE3-31C8-09A3-83B9-3A41FDF53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6A34304-E43B-03A1-4C0E-7498436EB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9C255B7E-1097-5346-7723-882505E70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529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935744-315A-FD7B-6284-8EB6AABE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EBDAE383-2B02-96A2-76AE-FFC54B0DD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B0C1898-1A31-8ED1-32C6-1D93E8C96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A57E81C-60DC-DE3D-4B43-F63276472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061907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9DA3DFDF-ACDB-5C84-4CB3-D3766A16CE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AA11A769-47DB-E668-DC34-E75CBF1F4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4452A54-0A3C-EDE7-B530-184A6363C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17891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8E803C3-EFAA-1CC3-DB90-40AA58230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2A95798-0FB5-9F77-9091-C901A047BF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4C4E4C06-080A-BF37-CF00-24ACB51A3C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5CFDA23-4794-5C06-6CD3-0320FC9DBD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1BB12D42-5E25-5395-D70E-85AF0A964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ADDF37B-8271-DD6D-45E3-9FEE76A4C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00769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5312CF-C1D4-80E8-655D-4D3FB99A8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833922B0-3194-115A-D1F7-5C0BA1822B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BCBFE518-6248-1DFB-4F73-36E03861B7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AE9B10F-CF29-8B7C-D2C1-9C0949E93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871E0853-69C5-AFFF-8588-29BD995A9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6B47D7E5-F257-2DF3-657C-36F2D3A8E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349610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F467D3-BFE8-84AF-D470-3C5EAC121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120B97B-6A67-3D77-E066-27716B22C5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59E8D8F-5B90-D4AB-85F5-8368F25E72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4D9E13A-65C8-B1A2-73FF-AF4F568834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4E47770-7712-6948-C953-A2C245A34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95988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E0B2C6C5-678F-8E05-A8F4-367C80384D5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66EB95F-6B85-BCEF-BCFB-3E3C8986A7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A44B9F6-141D-C864-F32E-A4EBC587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A75EF0C-5224-5AB2-B5CF-873131486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FBC8C5C-6F78-B109-FA94-B22D5A14F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7980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7DE692E-DFD1-D62A-FB76-01B11C790F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2F74D53-93EF-9876-2CBA-119CA82055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A37281B-0985-4C2E-D1DE-5F7790A4B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A6F0AAF-3412-31ED-2A7C-20FBFEABF8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1F07095-AF22-DFC4-7D4C-CE603BF14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875432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368D79B-DA0F-E6C1-35BD-7E307FDE3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D41629F-FAE5-6D7D-E815-42FC11DD2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862B666-24DE-82EE-D969-FD54064A2C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992C839-7FFB-FC75-7586-FFFF88A48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949D49-3631-7FF9-6753-1439290F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8225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1C9543-17D1-EA14-7572-3F922967C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D1FF8F7-EE6C-19EB-FCF9-9A0F588E53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AD013F5-2312-B60D-439F-CAE1E7014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01C959A-ED53-06D1-4F05-09B468041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A5C2096-6FDE-5F01-1946-7468571E3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27686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6EC5A52-9069-BE9E-8E34-259A73213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8DE8868-839C-BDBC-A659-460EDE5790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FA54D75-755A-3F61-5CF4-D8F7C3167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8BE9A11-A381-6731-5786-0C7C4B2CE7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2F03E87-05F8-8848-4FA5-9AAF42623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9387E04-00BB-7D3A-ECC7-ACA670E64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22614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FD3637-B2A5-27D9-1BDD-B15DCBFF5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5CB23E4-2ACB-9B9D-95F4-100810B185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ECA2AEFC-B34F-322A-979A-1DE57BDD26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E73030EE-7B3C-EE8B-FA38-BD7E89F9C0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F84B717C-93DB-3451-A8B8-AA88A22F6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DEC7AD44-2609-6F3C-02AE-9F1525A96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71159DFE-653B-8C5F-6238-ACC40753D5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FB372434-3787-DC2B-A6C2-D953B94ADD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910941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A05DF1-C5F2-B28A-CEF7-4A5783C76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949F99B8-6A9E-446A-4045-31FF83F33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C8306094-A81E-24C3-3162-8A1EB72347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27E33CE-D29E-160D-7A29-205103775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31383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11161E5A-3FAC-9910-B9DE-83F981AD1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EF48B12-F60C-A323-2C42-A81E3FFFF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075122-A7EF-0FD1-3A35-B6D9272EF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833964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AB4AEE-752A-4047-5AC1-F09C86D94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F6EAE6A-FFD8-FF85-D64D-4199392284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2DF64AC-AA2D-B1B0-8ED1-92D25AB571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6E06764B-2361-D2AC-88D5-38FB6FC2C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383AF9D-C241-7BF4-C2C2-6E452F311D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E09997A-99BD-C930-BB5B-A9F62BA0B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069759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BF83FD1-6A2D-6CE8-F579-114A58CD2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9BBF124B-2D53-3500-98EA-FCE7448062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0091010-5F10-24BC-CFBF-CC23172EB9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93587B6F-756B-8C69-683F-720946AF2F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C6E66654-E189-5DE2-3306-8E703EBA0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34F1D76-F416-02DD-2B70-403F16B64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513038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AF3C3B6-2964-22A4-D4E8-4902372C0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90A3BAF1-D74E-4A0D-6D38-6912EB5BB1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B42E636-BBF1-BAA9-E08F-7F9377B8B7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D1FDE9D-9B21-E450-A9F2-FD45DB27A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0C1EB19-7BAB-B97D-3453-8E222BAFC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85946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6AC84F44-7336-BC11-6278-73B7FAA0A6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7FBC00EE-AB41-635E-CE5E-9AE5301A3E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5F5FC73-5D75-BD83-CE6D-3D4AAA9F1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AAF750-697A-42EE-BA8B-A382A30B9D4A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0A002BF-2B56-7E02-7D15-3CA6C62E05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32CB888-3A0B-535E-9FA5-A474E4E3EB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1741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9.xml"/><Relationship Id="rId5" Type="http://schemas.openxmlformats.org/officeDocument/2006/relationships/slideLayout" Target="../slideLayouts/slideLayout13.xml"/><Relationship Id="rId10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2.xml"/><Relationship Id="rId9" Type="http://schemas.openxmlformats.org/officeDocument/2006/relationships/slideLayout" Target="../slideLayouts/slideLayout17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6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1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9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tangolo 6">
            <a:extLst>
              <a:ext uri="{FF2B5EF4-FFF2-40B4-BE49-F238E27FC236}">
                <a16:creationId xmlns:a16="http://schemas.microsoft.com/office/drawing/2014/main" id="{CB7020CC-1F43-4307-885B-9C5B8595FB35}"/>
              </a:ext>
            </a:extLst>
          </p:cNvPr>
          <p:cNvSpPr/>
          <p:nvPr userDrawn="1"/>
        </p:nvSpPr>
        <p:spPr bwMode="auto">
          <a:xfrm>
            <a:off x="0" y="6308725"/>
            <a:ext cx="12192000" cy="54927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algn="ctr"/>
            <a:endParaRPr lang="it-IT"/>
          </a:p>
        </p:txBody>
      </p:sp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21525B60-4CE1-4B14-BFEA-0C3F4F1125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400" y="180000"/>
            <a:ext cx="11664950" cy="10800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DD3A30F-644A-447F-AE26-65EEFAD48B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6400" y="1533167"/>
            <a:ext cx="11664950" cy="4680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5B17C92E-8ADD-4880-9C12-BC8CB27C40E9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000" y="6400800"/>
            <a:ext cx="818653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992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49" r:id="rId2"/>
    <p:sldLayoutId id="2147483653" r:id="rId3"/>
    <p:sldLayoutId id="2147483650" r:id="rId4"/>
    <p:sldLayoutId id="2147483654" r:id="rId5"/>
    <p:sldLayoutId id="2147483664" r:id="rId6"/>
    <p:sldLayoutId id="2147483669" r:id="rId7"/>
    <p:sldLayoutId id="2147483652" r:id="rId8"/>
  </p:sldLayoutIdLst>
  <p:hf hdr="0" ftr="0" dt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sz="3600" b="1" kern="1200">
          <a:solidFill>
            <a:schemeClr val="tx2">
              <a:lumMod val="90000"/>
              <a:lumOff val="10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166" userDrawn="1">
          <p15:clr>
            <a:srgbClr val="F26B43"/>
          </p15:clr>
        </p15:guide>
        <p15:guide id="4" pos="7514" userDrawn="1">
          <p15:clr>
            <a:srgbClr val="F26B43"/>
          </p15:clr>
        </p15:guide>
        <p15:guide id="5" orient="horz" pos="164" userDrawn="1">
          <p15:clr>
            <a:srgbClr val="F26B43"/>
          </p15:clr>
        </p15:guide>
        <p15:guide id="6" orient="horz" pos="4156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15998156-AA1D-BBBC-73A6-C6E96B686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E4AF7478-7885-4721-934A-4C6186DCB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B7C3FA1-09A7-DEA9-BC1A-B22324396E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37742C4-3F84-16B2-1A07-21231193BF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2FED905-EF30-89F5-97FE-9947541C5D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66856D-B2AF-4904-A6A1-AEDA9836873B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3214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D1C223A8-5808-E6F1-7B89-C47EC7B70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GB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2CD333E-6F3D-61F9-F101-D6E797C0E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D3227AB-E5D6-9ADA-19E3-7AF0EAD00C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AAF750-697A-42EE-BA8B-A382A30B9D4A}" type="datetimeFigureOut">
              <a:rPr lang="en-GB" smtClean="0"/>
              <a:t>04/09/2026</a:t>
            </a:fld>
            <a:endParaRPr lang="en-GB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76815F-9E5D-5540-37F1-269E4C4857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D95D056-5766-0A2E-2148-CAE9E1BC3A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FDADDB-8F6C-44DC-A85A-50910ABB5A9F}" type="slidenum">
              <a:rPr lang="en-GB" smtClean="0"/>
              <a:t>‹N›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223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88" r:id="rId6"/>
    <p:sldLayoutId id="2147483689" r:id="rId7"/>
    <p:sldLayoutId id="2147483690" r:id="rId8"/>
    <p:sldLayoutId id="2147483691" r:id="rId9"/>
    <p:sldLayoutId id="2147483692" r:id="rId10"/>
    <p:sldLayoutId id="214748369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5" Type="http://schemas.openxmlformats.org/officeDocument/2006/relationships/hyperlink" Target="03%20-%20Donadello%20et%20al.%20-%202023%20-%20Embedded%20Digital%20Phase%20Noise%20Analyzer%20for%20Optical%20Frequency%20Metrology.pdf" TargetMode="External"/><Relationship Id="rId4" Type="http://schemas.openxmlformats.org/officeDocument/2006/relationships/image" Target="../media/image6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9911FF0-5115-413C-A149-CF162B8BAC3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274884" y="299846"/>
            <a:ext cx="10040815" cy="2997037"/>
          </a:xfrm>
        </p:spPr>
        <p:txBody>
          <a:bodyPr/>
          <a:lstStyle/>
          <a:p>
            <a:pPr algn="ctr"/>
            <a:r>
              <a:rPr lang="en-GB" sz="3200" noProof="0" dirty="0" err="1"/>
              <a:t>Acquisizione</a:t>
            </a:r>
            <a:r>
              <a:rPr lang="en-GB" sz="3200" noProof="0" dirty="0"/>
              <a:t> </a:t>
            </a:r>
            <a:r>
              <a:rPr lang="en-GB" sz="3200" noProof="0" dirty="0" err="1"/>
              <a:t>Sincronizzata</a:t>
            </a:r>
            <a:r>
              <a:rPr lang="en-GB" sz="3200" noProof="0" dirty="0"/>
              <a:t> per Dati di SOP e Fase</a:t>
            </a:r>
          </a:p>
          <a:p>
            <a:pPr algn="ctr"/>
            <a:r>
              <a:rPr lang="en-GB" sz="2400" noProof="0" dirty="0" err="1"/>
              <a:t>Validazione</a:t>
            </a:r>
            <a:r>
              <a:rPr lang="en-GB" sz="2400" noProof="0" dirty="0"/>
              <a:t> </a:t>
            </a:r>
            <a:r>
              <a:rPr lang="en-GB" sz="2400" noProof="0" dirty="0" err="1"/>
              <a:t>Sperimentale</a:t>
            </a:r>
            <a:r>
              <a:rPr lang="en-GB" sz="2400" noProof="0" dirty="0"/>
              <a:t> </a:t>
            </a:r>
            <a:r>
              <a:rPr lang="en-GB" sz="2400" noProof="0" dirty="0" err="1"/>
              <a:t>su</a:t>
            </a:r>
            <a:r>
              <a:rPr lang="en-GB" sz="2400" noProof="0" dirty="0"/>
              <a:t> </a:t>
            </a:r>
            <a:r>
              <a:rPr lang="en-GB" sz="2400" noProof="0" dirty="0" err="1"/>
              <a:t>Collegamento</a:t>
            </a:r>
            <a:r>
              <a:rPr lang="en-GB" sz="2400" noProof="0" dirty="0"/>
              <a:t> Urbano</a:t>
            </a:r>
            <a:r>
              <a:rPr lang="en-GB" sz="2400" noProof="0" dirty="0">
                <a:solidFill>
                  <a:srgbClr val="FFFFFF"/>
                </a:solidFill>
              </a:rPr>
              <a:t> </a:t>
            </a:r>
            <a:endParaRPr lang="en-GB" sz="2400" noProof="0" dirty="0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1195D0B-8BF5-42BC-AF0D-9E67A4661F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23496" y="3452031"/>
            <a:ext cx="5350193" cy="2418730"/>
          </a:xfrm>
          <a:ln>
            <a:solidFill>
              <a:srgbClr val="00284B"/>
            </a:solidFill>
          </a:ln>
        </p:spPr>
        <p:txBody>
          <a:bodyPr/>
          <a:lstStyle/>
          <a:p>
            <a:pPr algn="ctr"/>
            <a:r>
              <a:rPr lang="en-GB" noProof="0" dirty="0"/>
              <a:t>Student:</a:t>
            </a:r>
          </a:p>
          <a:p>
            <a:pPr algn="ctr"/>
            <a:r>
              <a:rPr lang="en-GB" noProof="0" dirty="0">
                <a:solidFill>
                  <a:srgbClr val="FFFFFF"/>
                </a:solidFill>
              </a:rPr>
              <a:t>Egle Antonucci s347960</a:t>
            </a:r>
          </a:p>
          <a:p>
            <a:pPr algn="ctr"/>
            <a:endParaRPr lang="en-GB" noProof="0" dirty="0">
              <a:solidFill>
                <a:srgbClr val="FFFFFF"/>
              </a:solidFill>
            </a:endParaRPr>
          </a:p>
          <a:p>
            <a:pPr algn="ctr"/>
            <a:endParaRPr lang="en-GB" noProof="0" dirty="0">
              <a:solidFill>
                <a:srgbClr val="FFFFFF"/>
              </a:solidFill>
            </a:endParaRPr>
          </a:p>
          <a:p>
            <a:pPr algn="ctr"/>
            <a:endParaRPr lang="en-GB" noProof="0" dirty="0"/>
          </a:p>
        </p:txBody>
      </p:sp>
      <p:sp>
        <p:nvSpPr>
          <p:cNvPr id="4" name="Segnaposto testo 2">
            <a:extLst>
              <a:ext uri="{FF2B5EF4-FFF2-40B4-BE49-F238E27FC236}">
                <a16:creationId xmlns:a16="http://schemas.microsoft.com/office/drawing/2014/main" id="{F49CAC83-F9A4-F3FA-5F94-147CC8841FE7}"/>
              </a:ext>
            </a:extLst>
          </p:cNvPr>
          <p:cNvSpPr txBox="1">
            <a:spLocks/>
          </p:cNvSpPr>
          <p:nvPr/>
        </p:nvSpPr>
        <p:spPr>
          <a:xfrm>
            <a:off x="3416941" y="6041571"/>
            <a:ext cx="4992273" cy="51658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noProof="0" dirty="0"/>
              <a:t>A.Y. 2025-26</a:t>
            </a:r>
          </a:p>
        </p:txBody>
      </p:sp>
      <p:sp>
        <p:nvSpPr>
          <p:cNvPr id="6" name="Subtitle 6">
            <a:extLst>
              <a:ext uri="{FF2B5EF4-FFF2-40B4-BE49-F238E27FC236}">
                <a16:creationId xmlns:a16="http://schemas.microsoft.com/office/drawing/2014/main" id="{15B817CE-4F00-D732-F214-C30029668C62}"/>
              </a:ext>
            </a:extLst>
          </p:cNvPr>
          <p:cNvSpPr txBox="1">
            <a:spLocks/>
          </p:cNvSpPr>
          <p:nvPr/>
        </p:nvSpPr>
        <p:spPr>
          <a:xfrm>
            <a:off x="0" y="3718878"/>
            <a:ext cx="11664950" cy="71446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noProof="0" dirty="0"/>
              <a:t>Full title of the project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B4658435-E4E7-E307-9D74-E020543342F2}"/>
              </a:ext>
            </a:extLst>
          </p:cNvPr>
          <p:cNvSpPr/>
          <p:nvPr/>
        </p:nvSpPr>
        <p:spPr>
          <a:xfrm>
            <a:off x="6623496" y="5382944"/>
            <a:ext cx="1790219" cy="61993"/>
          </a:xfrm>
          <a:prstGeom prst="rect">
            <a:avLst/>
          </a:prstGeom>
          <a:solidFill>
            <a:srgbClr val="00284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5" name="Segnaposto testo 2">
            <a:extLst>
              <a:ext uri="{FF2B5EF4-FFF2-40B4-BE49-F238E27FC236}">
                <a16:creationId xmlns:a16="http://schemas.microsoft.com/office/drawing/2014/main" id="{F0524A07-9646-DBFC-F50B-03FB04B60DDD}"/>
              </a:ext>
            </a:extLst>
          </p:cNvPr>
          <p:cNvSpPr txBox="1">
            <a:spLocks/>
          </p:cNvSpPr>
          <p:nvPr/>
        </p:nvSpPr>
        <p:spPr>
          <a:xfrm>
            <a:off x="0" y="3452031"/>
            <a:ext cx="5350193" cy="241873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Tx/>
              <a:buNone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›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noProof="0" dirty="0"/>
              <a:t>Professors:</a:t>
            </a:r>
          </a:p>
          <a:p>
            <a:pPr algn="ctr"/>
            <a:r>
              <a:rPr lang="en-GB" noProof="0" dirty="0"/>
              <a:t>Vittorio Curri</a:t>
            </a:r>
          </a:p>
          <a:p>
            <a:pPr algn="ctr"/>
            <a:r>
              <a:rPr lang="en-GB" noProof="0" dirty="0"/>
              <a:t>Cecilia </a:t>
            </a:r>
            <a:r>
              <a:rPr lang="en-GB" noProof="0" dirty="0" err="1"/>
              <a:t>Clivati</a:t>
            </a:r>
            <a:r>
              <a:rPr lang="en-GB" noProof="0" dirty="0"/>
              <a:t> </a:t>
            </a:r>
          </a:p>
          <a:p>
            <a:pPr algn="ctr"/>
            <a:endParaRPr lang="en-GB" noProof="0" dirty="0">
              <a:solidFill>
                <a:srgbClr val="FFFFFF"/>
              </a:solidFill>
            </a:endParaRPr>
          </a:p>
          <a:p>
            <a:pPr algn="ctr"/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7907827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FBDDAA-5EE7-4ECA-9A44-C6567F551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5" y="295747"/>
            <a:ext cx="11664950" cy="1080000"/>
          </a:xfrm>
        </p:spPr>
        <p:txBody>
          <a:bodyPr/>
          <a:lstStyle/>
          <a:p>
            <a:r>
              <a:rPr lang="en-GB" noProof="0" dirty="0" err="1"/>
              <a:t>Obiettivo</a:t>
            </a:r>
            <a:r>
              <a:rPr lang="en-GB" noProof="0" dirty="0"/>
              <a:t> 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ACFBCC0-65F0-525F-B5AE-E3C8D23B6A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561" y="3035120"/>
            <a:ext cx="3888277" cy="1496352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FB1893F5-38D5-0F78-B4B1-A85631CB592D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9896" t="9747"/>
          <a:stretch>
            <a:fillRect/>
          </a:stretch>
        </p:blipFill>
        <p:spPr>
          <a:xfrm>
            <a:off x="5137076" y="3023000"/>
            <a:ext cx="2496968" cy="1638516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41EE7CE6-8E7E-0D77-58A2-746835326B1F}"/>
              </a:ext>
            </a:extLst>
          </p:cNvPr>
          <p:cNvSpPr txBox="1"/>
          <p:nvPr/>
        </p:nvSpPr>
        <p:spPr>
          <a:xfrm>
            <a:off x="521677" y="4800095"/>
            <a:ext cx="386416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noProof="0" dirty="0">
                <a:solidFill>
                  <a:srgbClr val="404040"/>
                </a:solidFill>
                <a:latin typeface="Poppins" panose="020B0502040204020203" pitchFamily="2" charset="0"/>
              </a:rPr>
              <a:t>PM1000 Polarimeter </a:t>
            </a:r>
            <a:r>
              <a:rPr lang="en-GB" sz="2000" noProof="0" dirty="0" err="1">
                <a:solidFill>
                  <a:srgbClr val="404040"/>
                </a:solidFill>
                <a:latin typeface="Poppins" panose="020B0502040204020203" pitchFamily="2" charset="0"/>
              </a:rPr>
              <a:t>Novoptel</a:t>
            </a:r>
            <a:endParaRPr lang="en-GB" sz="2000" noProof="0" dirty="0">
              <a:solidFill>
                <a:srgbClr val="404040"/>
              </a:solidFill>
              <a:latin typeface="Poppins" panose="020B0502040204020203" pitchFamily="2" charset="0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674446A5-5F89-6C29-3470-D9AE2D8EB5DC}"/>
              </a:ext>
            </a:extLst>
          </p:cNvPr>
          <p:cNvSpPr txBox="1"/>
          <p:nvPr/>
        </p:nvSpPr>
        <p:spPr>
          <a:xfrm>
            <a:off x="4494952" y="4800095"/>
            <a:ext cx="38641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b="0" i="0" noProof="0" dirty="0" err="1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RedPitaya</a:t>
            </a:r>
            <a:r>
              <a:rPr lang="en-GB" sz="2000" b="0" i="0" noProof="0" dirty="0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 </a:t>
            </a:r>
            <a:r>
              <a:rPr lang="en-GB" sz="2000" b="0" i="0" noProof="0" dirty="0" err="1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SIGNALlab</a:t>
            </a:r>
            <a:r>
              <a:rPr lang="en-GB" sz="2000" b="0" i="0" noProof="0" dirty="0">
                <a:solidFill>
                  <a:srgbClr val="404040"/>
                </a:solidFill>
                <a:effectLst/>
                <a:latin typeface="Poppins" panose="020B0502040204020203" pitchFamily="2" charset="0"/>
              </a:rPr>
              <a:t> 250-12</a:t>
            </a:r>
            <a:endParaRPr lang="en-GB" sz="2000" noProof="0"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DF00B2F2-2743-134D-FBA7-85FA2C29F0A6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2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B29C6C0E-AFE6-6B13-B3EC-ACDB21DFCB3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" t="26923" r="3094" b="15641"/>
          <a:stretch>
            <a:fillRect/>
          </a:stretch>
        </p:blipFill>
        <p:spPr>
          <a:xfrm>
            <a:off x="8662153" y="2491991"/>
            <a:ext cx="1862572" cy="2039481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8E091966-16A9-08F6-C2C1-7C4CF9804AB6}"/>
              </a:ext>
            </a:extLst>
          </p:cNvPr>
          <p:cNvSpPr txBox="1"/>
          <p:nvPr/>
        </p:nvSpPr>
        <p:spPr>
          <a:xfrm>
            <a:off x="8790443" y="4800095"/>
            <a:ext cx="17342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noProof="0" dirty="0">
                <a:solidFill>
                  <a:srgbClr val="404040"/>
                </a:solidFill>
                <a:latin typeface="Poppins" panose="020B0502040204020203" pitchFamily="2" charset="0"/>
              </a:rPr>
              <a:t>STM32H745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75EBA15B-7535-18B6-5666-3108FC5BAC60}"/>
              </a:ext>
            </a:extLst>
          </p:cNvPr>
          <p:cNvSpPr txBox="1"/>
          <p:nvPr/>
        </p:nvSpPr>
        <p:spPr>
          <a:xfrm>
            <a:off x="263525" y="1018365"/>
            <a:ext cx="115972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noProof="0" dirty="0" err="1"/>
              <a:t>Sviluppare</a:t>
            </a:r>
            <a:r>
              <a:rPr lang="en-GB" sz="2000" noProof="0" dirty="0"/>
              <a:t> un </a:t>
            </a:r>
            <a:r>
              <a:rPr lang="en-GB" sz="2000" noProof="0" dirty="0" err="1"/>
              <a:t>sistema</a:t>
            </a:r>
            <a:r>
              <a:rPr lang="en-GB" sz="2000" noProof="0" dirty="0"/>
              <a:t> di </a:t>
            </a:r>
            <a:r>
              <a:rPr lang="en-GB" sz="2000" noProof="0" dirty="0" err="1"/>
              <a:t>acquisizione</a:t>
            </a:r>
            <a:r>
              <a:rPr lang="en-GB" sz="2000" noProof="0" dirty="0"/>
              <a:t> </a:t>
            </a:r>
            <a:r>
              <a:rPr lang="en-GB" sz="2000" noProof="0" dirty="0" err="1"/>
              <a:t>integrato</a:t>
            </a:r>
            <a:r>
              <a:rPr lang="en-GB" sz="2000" noProof="0" dirty="0"/>
              <a:t> e </a:t>
            </a:r>
            <a:r>
              <a:rPr lang="en-GB" sz="2000" noProof="0" dirty="0" err="1"/>
              <a:t>validato</a:t>
            </a:r>
            <a:r>
              <a:rPr lang="en-GB" sz="2000" noProof="0" dirty="0"/>
              <a:t> per la </a:t>
            </a:r>
            <a:r>
              <a:rPr lang="en-GB" sz="2000" noProof="0" dirty="0" err="1"/>
              <a:t>misura</a:t>
            </a:r>
            <a:r>
              <a:rPr lang="en-GB" sz="2000" noProof="0" dirty="0"/>
              <a:t> </a:t>
            </a:r>
            <a:r>
              <a:rPr lang="en-GB" sz="2000" noProof="0" dirty="0" err="1"/>
              <a:t>simultanea</a:t>
            </a:r>
            <a:r>
              <a:rPr lang="en-GB" sz="2000" noProof="0" dirty="0"/>
              <a:t> di SOP e </a:t>
            </a:r>
            <a:r>
              <a:rPr lang="en-GB" sz="2000" noProof="0" dirty="0" err="1"/>
              <a:t>fase</a:t>
            </a:r>
            <a:r>
              <a:rPr lang="en-GB" sz="2000" noProof="0" dirty="0"/>
              <a:t> </a:t>
            </a:r>
            <a:r>
              <a:rPr lang="en-GB" sz="2000" noProof="0" dirty="0" err="1"/>
              <a:t>su</a:t>
            </a:r>
            <a:r>
              <a:rPr lang="en-GB" sz="2000" noProof="0" dirty="0"/>
              <a:t> </a:t>
            </a:r>
            <a:r>
              <a:rPr lang="en-GB" sz="2000" noProof="0" dirty="0" err="1"/>
              <a:t>fibra</a:t>
            </a:r>
            <a:r>
              <a:rPr lang="en-GB" sz="2000" noProof="0" dirty="0"/>
              <a:t>, in cui un </a:t>
            </a:r>
            <a:r>
              <a:rPr lang="en-GB" sz="2000" noProof="0" dirty="0" err="1"/>
              <a:t>polarimetro</a:t>
            </a:r>
            <a:r>
              <a:rPr lang="en-GB" sz="2000" noProof="0" dirty="0"/>
              <a:t> e un </a:t>
            </a:r>
            <a:r>
              <a:rPr lang="en-GB" sz="2000" noProof="0" dirty="0" err="1"/>
              <a:t>analizzatore</a:t>
            </a:r>
            <a:r>
              <a:rPr lang="en-GB" sz="2000" noProof="0" dirty="0"/>
              <a:t> di </a:t>
            </a:r>
            <a:r>
              <a:rPr lang="en-GB" sz="2000" noProof="0" dirty="0" err="1"/>
              <a:t>fase</a:t>
            </a:r>
            <a:r>
              <a:rPr lang="en-GB" sz="2000" noProof="0" dirty="0"/>
              <a:t> </a:t>
            </a:r>
            <a:r>
              <a:rPr lang="en-GB" sz="2000" noProof="0" dirty="0" err="1"/>
              <a:t>operano</a:t>
            </a:r>
            <a:r>
              <a:rPr lang="en-GB" sz="2000" noProof="0" dirty="0"/>
              <a:t> </a:t>
            </a:r>
            <a:r>
              <a:rPr lang="en-GB" sz="2000" noProof="0" dirty="0" err="1"/>
              <a:t>sincronizzati</a:t>
            </a:r>
            <a:r>
              <a:rPr lang="en-GB" sz="2000" noProof="0" dirty="0"/>
              <a:t> </a:t>
            </a:r>
            <a:r>
              <a:rPr lang="en-GB" sz="2000" noProof="0" dirty="0" err="1"/>
              <a:t>su</a:t>
            </a:r>
            <a:r>
              <a:rPr lang="en-GB" sz="2000" noProof="0" dirty="0"/>
              <a:t> </a:t>
            </a:r>
            <a:r>
              <a:rPr lang="en-GB" sz="2000" noProof="0" dirty="0" err="1"/>
              <a:t>un'unica</a:t>
            </a:r>
            <a:r>
              <a:rPr lang="en-GB" sz="2000" noProof="0" dirty="0"/>
              <a:t> base </a:t>
            </a:r>
            <a:r>
              <a:rPr lang="en-GB" sz="2000" noProof="0" dirty="0" err="1"/>
              <a:t>temporale</a:t>
            </a:r>
            <a:r>
              <a:rPr lang="en-GB" sz="2000" noProof="0" dirty="0"/>
              <a:t>, </a:t>
            </a:r>
            <a:r>
              <a:rPr lang="en-GB" sz="2000" noProof="0" dirty="0" err="1"/>
              <a:t>progettato</a:t>
            </a:r>
            <a:r>
              <a:rPr lang="en-GB" sz="2000" noProof="0" dirty="0"/>
              <a:t> per </a:t>
            </a:r>
            <a:r>
              <a:rPr lang="en-GB" sz="2000" noProof="0" dirty="0" err="1"/>
              <a:t>esperimenti</a:t>
            </a:r>
            <a:r>
              <a:rPr lang="en-GB" sz="2000" noProof="0" dirty="0"/>
              <a:t> di </a:t>
            </a:r>
            <a:r>
              <a:rPr lang="en-GB" sz="2000" noProof="0" dirty="0" err="1"/>
              <a:t>lunga</a:t>
            </a:r>
            <a:r>
              <a:rPr lang="en-GB" sz="2000" noProof="0" dirty="0"/>
              <a:t> </a:t>
            </a:r>
            <a:r>
              <a:rPr lang="en-GB" sz="2000" noProof="0" dirty="0" err="1"/>
              <a:t>durata</a:t>
            </a:r>
            <a:r>
              <a:rPr lang="en-GB" sz="2000" noProof="0" dirty="0"/>
              <a:t> in </a:t>
            </a:r>
            <a:r>
              <a:rPr lang="en-GB" sz="2000" noProof="0" dirty="0" err="1"/>
              <a:t>condizioni</a:t>
            </a:r>
            <a:r>
              <a:rPr lang="en-GB" sz="2000" noProof="0" dirty="0"/>
              <a:t> </a:t>
            </a:r>
            <a:r>
              <a:rPr lang="en-GB" sz="2000" noProof="0" dirty="0" err="1"/>
              <a:t>reali</a:t>
            </a:r>
            <a:r>
              <a:rPr lang="en-GB" sz="2000" noProof="0" dirty="0"/>
              <a:t>.</a:t>
            </a: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C6A48B2B-15D5-92C9-FFB4-8221684924CB}"/>
              </a:ext>
            </a:extLst>
          </p:cNvPr>
          <p:cNvSpPr txBox="1"/>
          <p:nvPr/>
        </p:nvSpPr>
        <p:spPr>
          <a:xfrm>
            <a:off x="0" y="5902038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1750" noProof="0" dirty="0"/>
              <a:t>Reference: </a:t>
            </a:r>
            <a:r>
              <a:rPr lang="en-GB" sz="1750" noProof="0" dirty="0" err="1">
                <a:hlinkClick r:id="rId5" action="ppaction://hlinkfile"/>
              </a:rPr>
              <a:t>Donadello</a:t>
            </a:r>
            <a:r>
              <a:rPr lang="en-GB" sz="1750" noProof="0" dirty="0">
                <a:hlinkClick r:id="rId5" action="ppaction://hlinkfile"/>
              </a:rPr>
              <a:t> et al. - 2023 - Embedded Digital Phase Noise Analyzer for Optical Frequency Metrology </a:t>
            </a:r>
            <a:endParaRPr lang="en-GB" sz="1750" noProof="0" dirty="0"/>
          </a:p>
        </p:txBody>
      </p:sp>
    </p:spTree>
    <p:extLst>
      <p:ext uri="{BB962C8B-B14F-4D97-AF65-F5344CB8AC3E}">
        <p14:creationId xmlns:p14="http://schemas.microsoft.com/office/powerpoint/2010/main" val="1200208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E5BB38-2887-36EB-36F7-C7C26864C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Schema di timestamping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61B6DA38-280F-6DC3-BA85-00F8FDA92F99}"/>
              </a:ext>
            </a:extLst>
          </p:cNvPr>
          <p:cNvSpPr txBox="1"/>
          <p:nvPr/>
        </p:nvSpPr>
        <p:spPr>
          <a:xfrm>
            <a:off x="5920740" y="6434160"/>
            <a:ext cx="350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noProof="0" dirty="0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8" name="Ovale 7">
            <a:extLst>
              <a:ext uri="{FF2B5EF4-FFF2-40B4-BE49-F238E27FC236}">
                <a16:creationId xmlns:a16="http://schemas.microsoft.com/office/drawing/2014/main" id="{D7475621-75B2-C3D5-2DFE-0EEB14DB0A7C}"/>
              </a:ext>
            </a:extLst>
          </p:cNvPr>
          <p:cNvSpPr/>
          <p:nvPr/>
        </p:nvSpPr>
        <p:spPr>
          <a:xfrm>
            <a:off x="2161238" y="3307666"/>
            <a:ext cx="703385" cy="738554"/>
          </a:xfrm>
          <a:prstGeom prst="ellipse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82FCD021-D2FC-B3E0-42A9-ABEA5B47EDD3}"/>
              </a:ext>
            </a:extLst>
          </p:cNvPr>
          <p:cNvCxnSpPr>
            <a:cxnSpLocks/>
          </p:cNvCxnSpPr>
          <p:nvPr/>
        </p:nvCxnSpPr>
        <p:spPr>
          <a:xfrm flipV="1">
            <a:off x="2864623" y="2621866"/>
            <a:ext cx="1415560" cy="1072661"/>
          </a:xfrm>
          <a:prstGeom prst="bentConnector3">
            <a:avLst>
              <a:gd name="adj1" fmla="val 50000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cxnSp>
        <p:nvCxnSpPr>
          <p:cNvPr id="17" name="Connettore 2 8">
            <a:extLst>
              <a:ext uri="{FF2B5EF4-FFF2-40B4-BE49-F238E27FC236}">
                <a16:creationId xmlns:a16="http://schemas.microsoft.com/office/drawing/2014/main" id="{53E15849-5A27-2666-D3AD-117CA1E17AB5}"/>
              </a:ext>
            </a:extLst>
          </p:cNvPr>
          <p:cNvCxnSpPr>
            <a:cxnSpLocks/>
          </p:cNvCxnSpPr>
          <p:nvPr/>
        </p:nvCxnSpPr>
        <p:spPr>
          <a:xfrm rot="16200000" flipH="1">
            <a:off x="3389962" y="3876968"/>
            <a:ext cx="1072662" cy="707780"/>
          </a:xfrm>
          <a:prstGeom prst="bentConnector3">
            <a:avLst>
              <a:gd name="adj1" fmla="val 100000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sp>
        <p:nvSpPr>
          <p:cNvPr id="24" name="Rettangolo con angoli arrotondati 23">
            <a:extLst>
              <a:ext uri="{FF2B5EF4-FFF2-40B4-BE49-F238E27FC236}">
                <a16:creationId xmlns:a16="http://schemas.microsoft.com/office/drawing/2014/main" id="{69F4A346-81FE-D370-66EB-1A4A00C6DF72}"/>
              </a:ext>
            </a:extLst>
          </p:cNvPr>
          <p:cNvSpPr/>
          <p:nvPr/>
        </p:nvSpPr>
        <p:spPr>
          <a:xfrm>
            <a:off x="4485924" y="2317516"/>
            <a:ext cx="1415560" cy="608700"/>
          </a:xfrm>
          <a:prstGeom prst="round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1B7E37F7-7C25-C181-A140-0E3FB144A642}"/>
              </a:ext>
            </a:extLst>
          </p:cNvPr>
          <p:cNvSpPr txBox="1"/>
          <p:nvPr/>
        </p:nvSpPr>
        <p:spPr>
          <a:xfrm>
            <a:off x="4464823" y="2416541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FPGA</a:t>
            </a:r>
          </a:p>
        </p:txBody>
      </p:sp>
      <p:sp>
        <p:nvSpPr>
          <p:cNvPr id="26" name="Rettangolo con angoli arrotondati 25">
            <a:extLst>
              <a:ext uri="{FF2B5EF4-FFF2-40B4-BE49-F238E27FC236}">
                <a16:creationId xmlns:a16="http://schemas.microsoft.com/office/drawing/2014/main" id="{D8628DF1-E71D-5A4A-DA90-49AEDE0BBC45}"/>
              </a:ext>
            </a:extLst>
          </p:cNvPr>
          <p:cNvSpPr/>
          <p:nvPr/>
        </p:nvSpPr>
        <p:spPr>
          <a:xfrm>
            <a:off x="4485924" y="4462840"/>
            <a:ext cx="1415560" cy="608700"/>
          </a:xfrm>
          <a:prstGeom prst="round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7" name="CasellaDiTesto 26">
            <a:extLst>
              <a:ext uri="{FF2B5EF4-FFF2-40B4-BE49-F238E27FC236}">
                <a16:creationId xmlns:a16="http://schemas.microsoft.com/office/drawing/2014/main" id="{862C8844-8D35-D039-93D8-A86DA574FDC1}"/>
              </a:ext>
            </a:extLst>
          </p:cNvPr>
          <p:cNvSpPr txBox="1"/>
          <p:nvPr/>
        </p:nvSpPr>
        <p:spPr>
          <a:xfrm>
            <a:off x="4454271" y="4582523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STM32</a:t>
            </a:r>
          </a:p>
        </p:txBody>
      </p:sp>
      <p:sp>
        <p:nvSpPr>
          <p:cNvPr id="29" name="Rettangolo con angoli arrotondati 28">
            <a:extLst>
              <a:ext uri="{FF2B5EF4-FFF2-40B4-BE49-F238E27FC236}">
                <a16:creationId xmlns:a16="http://schemas.microsoft.com/office/drawing/2014/main" id="{955E9B01-E987-40A1-7D77-2808E824E579}"/>
              </a:ext>
            </a:extLst>
          </p:cNvPr>
          <p:cNvSpPr/>
          <p:nvPr/>
        </p:nvSpPr>
        <p:spPr>
          <a:xfrm>
            <a:off x="4310077" y="2155874"/>
            <a:ext cx="1767254" cy="3050929"/>
          </a:xfrm>
          <a:prstGeom prst="roundRect">
            <a:avLst/>
          </a:prstGeom>
          <a:noFill/>
          <a:ln w="38100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latin typeface="+mj-lt"/>
            </a:endParaRPr>
          </a:p>
        </p:txBody>
      </p:sp>
      <p:cxnSp>
        <p:nvCxnSpPr>
          <p:cNvPr id="30" name="Connettore 2 8">
            <a:extLst>
              <a:ext uri="{FF2B5EF4-FFF2-40B4-BE49-F238E27FC236}">
                <a16:creationId xmlns:a16="http://schemas.microsoft.com/office/drawing/2014/main" id="{B141780D-1047-6080-126C-5CF4C289812A}"/>
              </a:ext>
            </a:extLst>
          </p:cNvPr>
          <p:cNvCxnSpPr>
            <a:cxnSpLocks/>
            <a:endCxn id="48" idx="1"/>
          </p:cNvCxnSpPr>
          <p:nvPr/>
        </p:nvCxnSpPr>
        <p:spPr>
          <a:xfrm>
            <a:off x="6056230" y="2607767"/>
            <a:ext cx="3004039" cy="14691"/>
          </a:xfrm>
          <a:prstGeom prst="straightConnector1">
            <a:avLst/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cxnSp>
        <p:nvCxnSpPr>
          <p:cNvPr id="31" name="Connettore 2 8">
            <a:extLst>
              <a:ext uri="{FF2B5EF4-FFF2-40B4-BE49-F238E27FC236}">
                <a16:creationId xmlns:a16="http://schemas.microsoft.com/office/drawing/2014/main" id="{C3745524-41A4-F0D1-901D-A2C675CBE4F7}"/>
              </a:ext>
            </a:extLst>
          </p:cNvPr>
          <p:cNvCxnSpPr>
            <a:cxnSpLocks/>
          </p:cNvCxnSpPr>
          <p:nvPr/>
        </p:nvCxnSpPr>
        <p:spPr>
          <a:xfrm rot="5400000">
            <a:off x="5825812" y="2873829"/>
            <a:ext cx="2165983" cy="1620741"/>
          </a:xfrm>
          <a:prstGeom prst="bentConnector3">
            <a:avLst>
              <a:gd name="adj1" fmla="val 99956"/>
            </a:avLst>
          </a:prstGeom>
          <a:noFill/>
          <a:ln w="38100" cap="flat" cmpd="sng">
            <a:solidFill>
              <a:schemeClr val="accent6"/>
            </a:solidFill>
            <a:prstDash val="solid"/>
            <a:round/>
            <a:headEnd type="none" w="sm" len="sm"/>
            <a:tailEnd type="stealth" w="lg" len="lg"/>
          </a:ln>
        </p:spPr>
      </p:cxnSp>
      <p:sp>
        <p:nvSpPr>
          <p:cNvPr id="48" name="Rettangolo con angoli arrotondati 47">
            <a:extLst>
              <a:ext uri="{FF2B5EF4-FFF2-40B4-BE49-F238E27FC236}">
                <a16:creationId xmlns:a16="http://schemas.microsoft.com/office/drawing/2014/main" id="{48F6FCFB-EE1A-80FA-9BBF-3F25BBC665C7}"/>
              </a:ext>
            </a:extLst>
          </p:cNvPr>
          <p:cNvSpPr/>
          <p:nvPr/>
        </p:nvSpPr>
        <p:spPr>
          <a:xfrm>
            <a:off x="9060269" y="2318108"/>
            <a:ext cx="1415560" cy="608700"/>
          </a:xfrm>
          <a:prstGeom prst="roundRect">
            <a:avLst/>
          </a:prstGeom>
          <a:noFill/>
          <a:ln w="381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50" name="CasellaDiTesto 49">
            <a:extLst>
              <a:ext uri="{FF2B5EF4-FFF2-40B4-BE49-F238E27FC236}">
                <a16:creationId xmlns:a16="http://schemas.microsoft.com/office/drawing/2014/main" id="{CE75F37E-41D0-E14B-F76C-E43039DB9B5E}"/>
              </a:ext>
            </a:extLst>
          </p:cNvPr>
          <p:cNvSpPr txBox="1"/>
          <p:nvPr/>
        </p:nvSpPr>
        <p:spPr>
          <a:xfrm>
            <a:off x="9039168" y="2416541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PM1000</a:t>
            </a:r>
          </a:p>
        </p:txBody>
      </p:sp>
      <p:grpSp>
        <p:nvGrpSpPr>
          <p:cNvPr id="65" name="Gruppo 64">
            <a:extLst>
              <a:ext uri="{FF2B5EF4-FFF2-40B4-BE49-F238E27FC236}">
                <a16:creationId xmlns:a16="http://schemas.microsoft.com/office/drawing/2014/main" id="{C3FAB810-9C0F-6A4C-8B52-755DDB0B0F27}"/>
              </a:ext>
            </a:extLst>
          </p:cNvPr>
          <p:cNvGrpSpPr/>
          <p:nvPr/>
        </p:nvGrpSpPr>
        <p:grpSpPr>
          <a:xfrm>
            <a:off x="6433818" y="1357792"/>
            <a:ext cx="2114664" cy="1080001"/>
            <a:chOff x="7044576" y="3421380"/>
            <a:chExt cx="2366124" cy="1254539"/>
          </a:xfrm>
        </p:grpSpPr>
        <p:cxnSp>
          <p:nvCxnSpPr>
            <p:cNvPr id="51" name="Connettore diritto 50">
              <a:extLst>
                <a:ext uri="{FF2B5EF4-FFF2-40B4-BE49-F238E27FC236}">
                  <a16:creationId xmlns:a16="http://schemas.microsoft.com/office/drawing/2014/main" id="{1C429465-983D-2F69-9285-BA9E2746B569}"/>
                </a:ext>
              </a:extLst>
            </p:cNvPr>
            <p:cNvCxnSpPr>
              <a:cxnSpLocks/>
            </p:cNvCxnSpPr>
            <p:nvPr/>
          </p:nvCxnSpPr>
          <p:spPr>
            <a:xfrm>
              <a:off x="7865672" y="4668299"/>
              <a:ext cx="1545028" cy="0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3" name="Connettore diritto 52">
              <a:extLst>
                <a:ext uri="{FF2B5EF4-FFF2-40B4-BE49-F238E27FC236}">
                  <a16:creationId xmlns:a16="http://schemas.microsoft.com/office/drawing/2014/main" id="{DEAB9F97-08CD-E459-3F42-830B712437FD}"/>
                </a:ext>
              </a:extLst>
            </p:cNvPr>
            <p:cNvCxnSpPr>
              <a:cxnSpLocks/>
            </p:cNvCxnSpPr>
            <p:nvPr/>
          </p:nvCxnSpPr>
          <p:spPr>
            <a:xfrm>
              <a:off x="7509492" y="3429000"/>
              <a:ext cx="378748" cy="0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5" name="Connettore diritto 54">
              <a:extLst>
                <a:ext uri="{FF2B5EF4-FFF2-40B4-BE49-F238E27FC236}">
                  <a16:creationId xmlns:a16="http://schemas.microsoft.com/office/drawing/2014/main" id="{467C28B0-F813-B6C4-E0F1-AC9F617D5E5F}"/>
                </a:ext>
              </a:extLst>
            </p:cNvPr>
            <p:cNvCxnSpPr>
              <a:cxnSpLocks/>
            </p:cNvCxnSpPr>
            <p:nvPr/>
          </p:nvCxnSpPr>
          <p:spPr>
            <a:xfrm>
              <a:off x="7508045" y="3421380"/>
              <a:ext cx="0" cy="1246919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" name="Connettore diritto 57">
              <a:extLst>
                <a:ext uri="{FF2B5EF4-FFF2-40B4-BE49-F238E27FC236}">
                  <a16:creationId xmlns:a16="http://schemas.microsoft.com/office/drawing/2014/main" id="{E453656D-66FB-0DF5-2875-44A8B49123E1}"/>
                </a:ext>
              </a:extLst>
            </p:cNvPr>
            <p:cNvCxnSpPr>
              <a:cxnSpLocks/>
            </p:cNvCxnSpPr>
            <p:nvPr/>
          </p:nvCxnSpPr>
          <p:spPr>
            <a:xfrm>
              <a:off x="7888240" y="3429000"/>
              <a:ext cx="0" cy="1246919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9" name="Connettore diritto 58">
              <a:extLst>
                <a:ext uri="{FF2B5EF4-FFF2-40B4-BE49-F238E27FC236}">
                  <a16:creationId xmlns:a16="http://schemas.microsoft.com/office/drawing/2014/main" id="{EA93AE29-9532-7368-4A47-93A18CAC168A}"/>
                </a:ext>
              </a:extLst>
            </p:cNvPr>
            <p:cNvCxnSpPr>
              <a:cxnSpLocks/>
            </p:cNvCxnSpPr>
            <p:nvPr/>
          </p:nvCxnSpPr>
          <p:spPr>
            <a:xfrm>
              <a:off x="7044576" y="4675919"/>
              <a:ext cx="486329" cy="0"/>
            </a:xfrm>
            <a:prstGeom prst="line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70" name="Google Shape;465;p24">
            <a:extLst>
              <a:ext uri="{FF2B5EF4-FFF2-40B4-BE49-F238E27FC236}">
                <a16:creationId xmlns:a16="http://schemas.microsoft.com/office/drawing/2014/main" id="{FE355109-1DBB-83CA-D3EE-2A0D72068283}"/>
              </a:ext>
            </a:extLst>
          </p:cNvPr>
          <p:cNvCxnSpPr>
            <a:cxnSpLocks/>
          </p:cNvCxnSpPr>
          <p:nvPr/>
        </p:nvCxnSpPr>
        <p:spPr>
          <a:xfrm>
            <a:off x="7346321" y="1357792"/>
            <a:ext cx="0" cy="1052189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stealth" w="med" len="med"/>
            <a:tailEnd type="stealth" w="med" len="med"/>
          </a:ln>
        </p:spPr>
      </p:cxnSp>
      <p:sp>
        <p:nvSpPr>
          <p:cNvPr id="74" name="CasellaDiTesto 73">
            <a:extLst>
              <a:ext uri="{FF2B5EF4-FFF2-40B4-BE49-F238E27FC236}">
                <a16:creationId xmlns:a16="http://schemas.microsoft.com/office/drawing/2014/main" id="{52167497-3F44-DCF7-BA7B-A71852457236}"/>
              </a:ext>
            </a:extLst>
          </p:cNvPr>
          <p:cNvSpPr txBox="1"/>
          <p:nvPr/>
        </p:nvSpPr>
        <p:spPr>
          <a:xfrm>
            <a:off x="7332288" y="1697456"/>
            <a:ext cx="17068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noProof="0" dirty="0" err="1"/>
              <a:t>Vpp</a:t>
            </a:r>
            <a:r>
              <a:rPr lang="en-GB" sz="1600" baseline="30000" noProof="0" dirty="0" err="1"/>
              <a:t>min</a:t>
            </a:r>
            <a:r>
              <a:rPr lang="en-GB" sz="1600" noProof="0" dirty="0"/>
              <a:t>= 1.5 V</a:t>
            </a:r>
            <a:r>
              <a:rPr lang="en-GB" sz="1600" baseline="30000" noProof="0" dirty="0"/>
              <a:t> </a:t>
            </a:r>
          </a:p>
        </p:txBody>
      </p:sp>
      <p:sp>
        <p:nvSpPr>
          <p:cNvPr id="76" name="CasellaDiTesto 75">
            <a:extLst>
              <a:ext uri="{FF2B5EF4-FFF2-40B4-BE49-F238E27FC236}">
                <a16:creationId xmlns:a16="http://schemas.microsoft.com/office/drawing/2014/main" id="{B4E22CC7-46E9-A7AA-7E86-92B9B2ECF9EC}"/>
              </a:ext>
            </a:extLst>
          </p:cNvPr>
          <p:cNvSpPr txBox="1"/>
          <p:nvPr/>
        </p:nvSpPr>
        <p:spPr>
          <a:xfrm>
            <a:off x="2030698" y="4098884"/>
            <a:ext cx="11141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noProof="0" dirty="0"/>
              <a:t>10 MHz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CasellaDiTesto 76">
                <a:extLst>
                  <a:ext uri="{FF2B5EF4-FFF2-40B4-BE49-F238E27FC236}">
                    <a16:creationId xmlns:a16="http://schemas.microsoft.com/office/drawing/2014/main" id="{EA4D1491-8CC0-BEE2-993E-32D1CB0B83D3}"/>
                  </a:ext>
                </a:extLst>
              </p:cNvPr>
              <p:cNvSpPr txBox="1"/>
              <p:nvPr/>
            </p:nvSpPr>
            <p:spPr>
              <a:xfrm>
                <a:off x="2284701" y="3255002"/>
                <a:ext cx="452065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sz="4800" i="0" noProof="0" smtClean="0">
                          <a:solidFill>
                            <a:srgbClr val="516AC9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</m:oMath>
                  </m:oMathPara>
                </a14:m>
                <a:endParaRPr lang="en-GB" sz="2000" noProof="0" dirty="0">
                  <a:solidFill>
                    <a:srgbClr val="516AC9"/>
                  </a:solidFill>
                </a:endParaRPr>
              </a:p>
            </p:txBody>
          </p:sp>
        </mc:Choice>
        <mc:Fallback xmlns="">
          <p:sp>
            <p:nvSpPr>
              <p:cNvPr id="77" name="CasellaDiTesto 76">
                <a:extLst>
                  <a:ext uri="{FF2B5EF4-FFF2-40B4-BE49-F238E27FC236}">
                    <a16:creationId xmlns:a16="http://schemas.microsoft.com/office/drawing/2014/main" id="{EA4D1491-8CC0-BEE2-993E-32D1CB0B8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4701" y="3255002"/>
                <a:ext cx="452065" cy="7386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sellaDiTesto 2">
            <a:extLst>
              <a:ext uri="{FF2B5EF4-FFF2-40B4-BE49-F238E27FC236}">
                <a16:creationId xmlns:a16="http://schemas.microsoft.com/office/drawing/2014/main" id="{5A885AB8-D984-E30C-862C-0D4DD8C4A54C}"/>
              </a:ext>
            </a:extLst>
          </p:cNvPr>
          <p:cNvSpPr txBox="1"/>
          <p:nvPr/>
        </p:nvSpPr>
        <p:spPr>
          <a:xfrm>
            <a:off x="4390502" y="1726701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 err="1"/>
              <a:t>fase</a:t>
            </a:r>
            <a:endParaRPr lang="en-GB" noProof="0" dirty="0"/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8EE62450-76A4-5F37-9ED6-0E88AE586EF3}"/>
              </a:ext>
            </a:extLst>
          </p:cNvPr>
          <p:cNvSpPr txBox="1"/>
          <p:nvPr/>
        </p:nvSpPr>
        <p:spPr>
          <a:xfrm>
            <a:off x="9039167" y="1864289"/>
            <a:ext cx="14366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Stokes</a:t>
            </a:r>
          </a:p>
        </p:txBody>
      </p:sp>
    </p:spTree>
    <p:extLst>
      <p:ext uri="{BB962C8B-B14F-4D97-AF65-F5344CB8AC3E}">
        <p14:creationId xmlns:p14="http://schemas.microsoft.com/office/powerpoint/2010/main" val="3631379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674132-80AA-8487-B9AC-533018E17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696" y="112251"/>
            <a:ext cx="11664950" cy="1080000"/>
          </a:xfrm>
        </p:spPr>
        <p:txBody>
          <a:bodyPr/>
          <a:lstStyle/>
          <a:p>
            <a:r>
              <a:rPr lang="en-GB" noProof="0" dirty="0"/>
              <a:t>Acquisition modes</a:t>
            </a:r>
          </a:p>
        </p:txBody>
      </p:sp>
      <p:grpSp>
        <p:nvGrpSpPr>
          <p:cNvPr id="48" name="Gruppo 47">
            <a:extLst>
              <a:ext uri="{FF2B5EF4-FFF2-40B4-BE49-F238E27FC236}">
                <a16:creationId xmlns:a16="http://schemas.microsoft.com/office/drawing/2014/main" id="{4F999558-9D1A-4D87-9C5D-6958D2B16EE6}"/>
              </a:ext>
            </a:extLst>
          </p:cNvPr>
          <p:cNvGrpSpPr/>
          <p:nvPr/>
        </p:nvGrpSpPr>
        <p:grpSpPr>
          <a:xfrm>
            <a:off x="1375651" y="1350616"/>
            <a:ext cx="9440697" cy="4017774"/>
            <a:chOff x="957072" y="1788766"/>
            <a:chExt cx="9440697" cy="4017774"/>
          </a:xfrm>
        </p:grpSpPr>
        <p:sp>
          <p:nvSpPr>
            <p:cNvPr id="6" name="Google Shape;209;p19">
              <a:extLst>
                <a:ext uri="{FF2B5EF4-FFF2-40B4-BE49-F238E27FC236}">
                  <a16:creationId xmlns:a16="http://schemas.microsoft.com/office/drawing/2014/main" id="{16A8C8DD-2F6F-9927-A8DF-6A79664A3E7A}"/>
                </a:ext>
              </a:extLst>
            </p:cNvPr>
            <p:cNvSpPr txBox="1"/>
            <p:nvPr/>
          </p:nvSpPr>
          <p:spPr>
            <a:xfrm>
              <a:off x="5671886" y="1835577"/>
              <a:ext cx="2258825" cy="4062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 u="sng" noProof="0" dirty="0">
                  <a:solidFill>
                    <a:schemeClr val="dk1"/>
                  </a:solidFill>
                  <a:latin typeface="+mj-lt"/>
                  <a:ea typeface="Fira Sans Extra Condensed Medium"/>
                  <a:cs typeface="Fira Sans Extra Condensed Medium"/>
                  <a:sym typeface="Fira Sans Extra Condensed Medium"/>
                </a:rPr>
                <a:t>Pros</a:t>
              </a:r>
            </a:p>
          </p:txBody>
        </p:sp>
        <p:sp>
          <p:nvSpPr>
            <p:cNvPr id="7" name="Google Shape;210;p19">
              <a:extLst>
                <a:ext uri="{FF2B5EF4-FFF2-40B4-BE49-F238E27FC236}">
                  <a16:creationId xmlns:a16="http://schemas.microsoft.com/office/drawing/2014/main" id="{6B1891C7-977E-BF47-5D9C-F6646C84A152}"/>
                </a:ext>
              </a:extLst>
            </p:cNvPr>
            <p:cNvSpPr txBox="1"/>
            <p:nvPr/>
          </p:nvSpPr>
          <p:spPr>
            <a:xfrm>
              <a:off x="3288919" y="1788766"/>
              <a:ext cx="2258825" cy="4062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 u="sng" noProof="0" dirty="0">
                  <a:solidFill>
                    <a:schemeClr val="dk1"/>
                  </a:solidFill>
                  <a:latin typeface="+mj-lt"/>
                  <a:sym typeface="Fira Sans Extra Condensed Medium"/>
                </a:rPr>
                <a:t>Configuration</a:t>
              </a:r>
            </a:p>
          </p:txBody>
        </p:sp>
        <p:sp>
          <p:nvSpPr>
            <p:cNvPr id="8" name="Google Shape;211;p19">
              <a:extLst>
                <a:ext uri="{FF2B5EF4-FFF2-40B4-BE49-F238E27FC236}">
                  <a16:creationId xmlns:a16="http://schemas.microsoft.com/office/drawing/2014/main" id="{F7FB4C00-B52A-3EDE-DA84-C1A0A272D095}"/>
                </a:ext>
              </a:extLst>
            </p:cNvPr>
            <p:cNvSpPr txBox="1"/>
            <p:nvPr/>
          </p:nvSpPr>
          <p:spPr>
            <a:xfrm>
              <a:off x="8054853" y="1847626"/>
              <a:ext cx="2257286" cy="4062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000" u="sng" noProof="0" dirty="0">
                  <a:solidFill>
                    <a:schemeClr val="dk1"/>
                  </a:solidFill>
                  <a:latin typeface="+mj-lt"/>
                  <a:ea typeface="Fira Sans Extra Condensed Medium"/>
                  <a:cs typeface="Fira Sans Extra Condensed Medium"/>
                  <a:sym typeface="Fira Sans Extra Condensed Medium"/>
                </a:rPr>
                <a:t>Cons</a:t>
              </a:r>
            </a:p>
          </p:txBody>
        </p:sp>
        <p:grpSp>
          <p:nvGrpSpPr>
            <p:cNvPr id="9" name="Google Shape;212;p19">
              <a:extLst>
                <a:ext uri="{FF2B5EF4-FFF2-40B4-BE49-F238E27FC236}">
                  <a16:creationId xmlns:a16="http://schemas.microsoft.com/office/drawing/2014/main" id="{6804BC37-779D-71A8-5D5A-55CEFC869696}"/>
                </a:ext>
              </a:extLst>
            </p:cNvPr>
            <p:cNvGrpSpPr/>
            <p:nvPr/>
          </p:nvGrpSpPr>
          <p:grpSpPr>
            <a:xfrm>
              <a:off x="957072" y="4016788"/>
              <a:ext cx="9342875" cy="796174"/>
              <a:chOff x="457122" y="3889333"/>
              <a:chExt cx="8054355" cy="698402"/>
            </a:xfrm>
          </p:grpSpPr>
          <p:sp>
            <p:nvSpPr>
              <p:cNvPr id="37" name="Google Shape;213;p19">
                <a:extLst>
                  <a:ext uri="{FF2B5EF4-FFF2-40B4-BE49-F238E27FC236}">
                    <a16:creationId xmlns:a16="http://schemas.microsoft.com/office/drawing/2014/main" id="{E3EEDCFB-2757-6C4C-34C0-EF53AC6B7AC3}"/>
                  </a:ext>
                </a:extLst>
              </p:cNvPr>
              <p:cNvSpPr/>
              <p:nvPr/>
            </p:nvSpPr>
            <p:spPr>
              <a:xfrm flipH="1">
                <a:off x="457122" y="3889333"/>
                <a:ext cx="1947300" cy="698400"/>
              </a:xfrm>
              <a:prstGeom prst="homePlate">
                <a:avLst>
                  <a:gd name="adj" fmla="val 50000"/>
                </a:avLst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38" name="Google Shape;214;p19">
                <a:extLst>
                  <a:ext uri="{FF2B5EF4-FFF2-40B4-BE49-F238E27FC236}">
                    <a16:creationId xmlns:a16="http://schemas.microsoft.com/office/drawing/2014/main" id="{BBC86CD6-AB49-704E-C17A-0B8D941BECFD}"/>
                  </a:ext>
                </a:extLst>
              </p:cNvPr>
              <p:cNvSpPr/>
              <p:nvPr/>
            </p:nvSpPr>
            <p:spPr>
              <a:xfrm>
                <a:off x="4528524" y="3889335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39" name="Google Shape;215;p19">
                <a:extLst>
                  <a:ext uri="{FF2B5EF4-FFF2-40B4-BE49-F238E27FC236}">
                    <a16:creationId xmlns:a16="http://schemas.microsoft.com/office/drawing/2014/main" id="{60E9077E-EC64-B8FF-2093-04A054D29F47}"/>
                  </a:ext>
                </a:extLst>
              </p:cNvPr>
              <p:cNvSpPr txBox="1"/>
              <p:nvPr/>
            </p:nvSpPr>
            <p:spPr>
              <a:xfrm>
                <a:off x="548453" y="4060334"/>
                <a:ext cx="1816843" cy="35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800" noProof="0" dirty="0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Manual recording mode</a:t>
                </a:r>
                <a:endParaRPr lang="en-GB" sz="2000" noProof="0" dirty="0">
                  <a:solidFill>
                    <a:srgbClr val="FFFFFF"/>
                  </a:solidFill>
                  <a:latin typeface="+mj-lt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40" name="Google Shape;216;p19">
                <a:extLst>
                  <a:ext uri="{FF2B5EF4-FFF2-40B4-BE49-F238E27FC236}">
                    <a16:creationId xmlns:a16="http://schemas.microsoft.com/office/drawing/2014/main" id="{DF2391EF-1B52-1878-6D9F-C9BF5F6D2C39}"/>
                  </a:ext>
                </a:extLst>
              </p:cNvPr>
              <p:cNvSpPr txBox="1"/>
              <p:nvPr/>
            </p:nvSpPr>
            <p:spPr>
              <a:xfrm flipH="1">
                <a:off x="4783606" y="3977235"/>
                <a:ext cx="14370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Continuous data stream.</a:t>
                </a:r>
              </a:p>
            </p:txBody>
          </p:sp>
          <p:sp>
            <p:nvSpPr>
              <p:cNvPr id="41" name="Google Shape;217;p19">
                <a:extLst>
                  <a:ext uri="{FF2B5EF4-FFF2-40B4-BE49-F238E27FC236}">
                    <a16:creationId xmlns:a16="http://schemas.microsoft.com/office/drawing/2014/main" id="{56B4C421-A31B-B17B-0401-5D7DDAD6D705}"/>
                  </a:ext>
                </a:extLst>
              </p:cNvPr>
              <p:cNvSpPr/>
              <p:nvPr/>
            </p:nvSpPr>
            <p:spPr>
              <a:xfrm>
                <a:off x="2492871" y="3889335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SYNC_EXT_RISE = 0 rearm = 1</a:t>
                </a:r>
              </a:p>
              <a:p>
                <a:r>
                  <a:rPr lang="en-GB" sz="12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rearm_dno</a:t>
                </a:r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1</a:t>
                </a:r>
              </a:p>
            </p:txBody>
          </p:sp>
          <p:sp>
            <p:nvSpPr>
              <p:cNvPr id="43" name="Google Shape;219;p19">
                <a:extLst>
                  <a:ext uri="{FF2B5EF4-FFF2-40B4-BE49-F238E27FC236}">
                    <a16:creationId xmlns:a16="http://schemas.microsoft.com/office/drawing/2014/main" id="{CA14795A-B795-2616-C51B-AE7E21BC63A4}"/>
                  </a:ext>
                </a:extLst>
              </p:cNvPr>
              <p:cNvSpPr/>
              <p:nvPr/>
            </p:nvSpPr>
            <p:spPr>
              <a:xfrm>
                <a:off x="6564177" y="3889335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44" name="Google Shape;220;p19">
                <a:extLst>
                  <a:ext uri="{FF2B5EF4-FFF2-40B4-BE49-F238E27FC236}">
                    <a16:creationId xmlns:a16="http://schemas.microsoft.com/office/drawing/2014/main" id="{9A060619-CA61-62FF-C1C4-C71AE3B0B88D}"/>
                  </a:ext>
                </a:extLst>
              </p:cNvPr>
              <p:cNvSpPr txBox="1"/>
              <p:nvPr/>
            </p:nvSpPr>
            <p:spPr>
              <a:xfrm flipH="1">
                <a:off x="6819327" y="3919805"/>
                <a:ext cx="14370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No timestamps.</a:t>
                </a:r>
              </a:p>
            </p:txBody>
          </p:sp>
        </p:grpSp>
        <p:grpSp>
          <p:nvGrpSpPr>
            <p:cNvPr id="11" name="Google Shape;230;p19">
              <a:extLst>
                <a:ext uri="{FF2B5EF4-FFF2-40B4-BE49-F238E27FC236}">
                  <a16:creationId xmlns:a16="http://schemas.microsoft.com/office/drawing/2014/main" id="{950D105F-A38C-0C92-C14E-05C14044C200}"/>
                </a:ext>
              </a:extLst>
            </p:cNvPr>
            <p:cNvGrpSpPr/>
            <p:nvPr/>
          </p:nvGrpSpPr>
          <p:grpSpPr>
            <a:xfrm>
              <a:off x="966112" y="3130486"/>
              <a:ext cx="9431657" cy="796171"/>
              <a:chOff x="457122" y="2338891"/>
              <a:chExt cx="8130893" cy="698400"/>
            </a:xfrm>
          </p:grpSpPr>
          <p:sp>
            <p:nvSpPr>
              <p:cNvPr id="21" name="Google Shape;231;p19">
                <a:extLst>
                  <a:ext uri="{FF2B5EF4-FFF2-40B4-BE49-F238E27FC236}">
                    <a16:creationId xmlns:a16="http://schemas.microsoft.com/office/drawing/2014/main" id="{16978F0C-A322-EA8E-5092-1E1DAAC6BCD0}"/>
                  </a:ext>
                </a:extLst>
              </p:cNvPr>
              <p:cNvSpPr/>
              <p:nvPr/>
            </p:nvSpPr>
            <p:spPr>
              <a:xfrm flipH="1">
                <a:off x="457122" y="2338891"/>
                <a:ext cx="1947300" cy="698400"/>
              </a:xfrm>
              <a:prstGeom prst="homePlate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22" name="Google Shape;232;p19">
                <a:extLst>
                  <a:ext uri="{FF2B5EF4-FFF2-40B4-BE49-F238E27FC236}">
                    <a16:creationId xmlns:a16="http://schemas.microsoft.com/office/drawing/2014/main" id="{9276A185-373E-97C6-7BB7-D272701328FB}"/>
                  </a:ext>
                </a:extLst>
              </p:cNvPr>
              <p:cNvSpPr/>
              <p:nvPr/>
            </p:nvSpPr>
            <p:spPr>
              <a:xfrm>
                <a:off x="4528524" y="2338891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23" name="Google Shape;233;p19">
                <a:extLst>
                  <a:ext uri="{FF2B5EF4-FFF2-40B4-BE49-F238E27FC236}">
                    <a16:creationId xmlns:a16="http://schemas.microsoft.com/office/drawing/2014/main" id="{9026145A-3C15-D6CB-6432-98BED7BADEB9}"/>
                  </a:ext>
                </a:extLst>
              </p:cNvPr>
              <p:cNvSpPr txBox="1"/>
              <p:nvPr/>
            </p:nvSpPr>
            <p:spPr>
              <a:xfrm>
                <a:off x="514557" y="2455968"/>
                <a:ext cx="1816843" cy="35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800" noProof="0" dirty="0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Triggered recording mode</a:t>
                </a:r>
                <a:r>
                  <a:rPr lang="en-GB" sz="2000" noProof="0" dirty="0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 </a:t>
                </a:r>
              </a:p>
            </p:txBody>
          </p:sp>
          <p:sp>
            <p:nvSpPr>
              <p:cNvPr id="24" name="Google Shape;234;p19">
                <a:extLst>
                  <a:ext uri="{FF2B5EF4-FFF2-40B4-BE49-F238E27FC236}">
                    <a16:creationId xmlns:a16="http://schemas.microsoft.com/office/drawing/2014/main" id="{E517CD1D-0807-66D9-C0C2-AB5483307A79}"/>
                  </a:ext>
                </a:extLst>
              </p:cNvPr>
              <p:cNvSpPr txBox="1"/>
              <p:nvPr/>
            </p:nvSpPr>
            <p:spPr>
              <a:xfrm>
                <a:off x="4783639" y="2426791"/>
                <a:ext cx="14370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lvl="0" algn="ctr"/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</a:rPr>
                  <a:t>Only one timestamp per recorded block.</a:t>
                </a:r>
                <a:endParaRPr lang="en-GB" sz="1200" noProof="0" dirty="0">
                  <a:solidFill>
                    <a:schemeClr val="dk1"/>
                  </a:solidFill>
                  <a:latin typeface="+mj-lt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25" name="Google Shape;235;p19">
                <a:extLst>
                  <a:ext uri="{FF2B5EF4-FFF2-40B4-BE49-F238E27FC236}">
                    <a16:creationId xmlns:a16="http://schemas.microsoft.com/office/drawing/2014/main" id="{E49CC789-0BC7-DE42-01E3-CC8B3A8FF5C8}"/>
                  </a:ext>
                </a:extLst>
              </p:cNvPr>
              <p:cNvSpPr/>
              <p:nvPr/>
            </p:nvSpPr>
            <p:spPr>
              <a:xfrm>
                <a:off x="2492871" y="2338891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SYNC_EXT_RISE = 1</a:t>
                </a:r>
              </a:p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CYCLIC = 1</a:t>
                </a:r>
              </a:p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 = 1</a:t>
                </a:r>
              </a:p>
              <a:p>
                <a:r>
                  <a:rPr lang="en-GB" sz="12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rearm_dno</a:t>
                </a:r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 1</a:t>
                </a:r>
              </a:p>
            </p:txBody>
          </p:sp>
          <p:sp>
            <p:nvSpPr>
              <p:cNvPr id="27" name="Google Shape;237;p19">
                <a:extLst>
                  <a:ext uri="{FF2B5EF4-FFF2-40B4-BE49-F238E27FC236}">
                    <a16:creationId xmlns:a16="http://schemas.microsoft.com/office/drawing/2014/main" id="{328B7D93-020F-E651-64FA-91584786E4B2}"/>
                  </a:ext>
                </a:extLst>
              </p:cNvPr>
              <p:cNvSpPr/>
              <p:nvPr/>
            </p:nvSpPr>
            <p:spPr>
              <a:xfrm>
                <a:off x="6566895" y="2338891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28" name="Google Shape;238;p19">
                <a:extLst>
                  <a:ext uri="{FF2B5EF4-FFF2-40B4-BE49-F238E27FC236}">
                    <a16:creationId xmlns:a16="http://schemas.microsoft.com/office/drawing/2014/main" id="{E656C74A-5258-57FD-71FE-B1B32E7F21BF}"/>
                  </a:ext>
                </a:extLst>
              </p:cNvPr>
              <p:cNvSpPr txBox="1"/>
              <p:nvPr/>
            </p:nvSpPr>
            <p:spPr>
              <a:xfrm>
                <a:off x="6493074" y="2440214"/>
                <a:ext cx="2094941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171450" lvl="0" indent="-171450" algn="ctr" rtl="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Discontinuous stream;</a:t>
                </a:r>
              </a:p>
              <a:p>
                <a:pPr marL="171450" lvl="0" indent="-171450" algn="ctr" rtl="0">
                  <a:spcBef>
                    <a:spcPts val="0"/>
                  </a:spcBef>
                  <a:spcAft>
                    <a:spcPts val="0"/>
                  </a:spcAft>
                  <a:buFont typeface="Arial" panose="020B0604020202020204" pitchFamily="34" charset="0"/>
                  <a:buChar char="•"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Pre-trigger mechanism wastes memory. </a:t>
                </a:r>
              </a:p>
            </p:txBody>
          </p:sp>
        </p:grpSp>
        <p:grpSp>
          <p:nvGrpSpPr>
            <p:cNvPr id="12" name="Google Shape;239;p19">
              <a:extLst>
                <a:ext uri="{FF2B5EF4-FFF2-40B4-BE49-F238E27FC236}">
                  <a16:creationId xmlns:a16="http://schemas.microsoft.com/office/drawing/2014/main" id="{7AA7F523-1B2E-7056-5429-7FFBA2C7C767}"/>
                </a:ext>
              </a:extLst>
            </p:cNvPr>
            <p:cNvGrpSpPr/>
            <p:nvPr/>
          </p:nvGrpSpPr>
          <p:grpSpPr>
            <a:xfrm>
              <a:off x="957072" y="2234109"/>
              <a:ext cx="9342875" cy="796171"/>
              <a:chOff x="457122" y="1563689"/>
              <a:chExt cx="8054355" cy="698400"/>
            </a:xfrm>
          </p:grpSpPr>
          <p:sp>
            <p:nvSpPr>
              <p:cNvPr id="13" name="Google Shape;240;p19">
                <a:extLst>
                  <a:ext uri="{FF2B5EF4-FFF2-40B4-BE49-F238E27FC236}">
                    <a16:creationId xmlns:a16="http://schemas.microsoft.com/office/drawing/2014/main" id="{8D500797-CACC-7384-D6CB-B135941924F6}"/>
                  </a:ext>
                </a:extLst>
              </p:cNvPr>
              <p:cNvSpPr/>
              <p:nvPr/>
            </p:nvSpPr>
            <p:spPr>
              <a:xfrm flipH="1">
                <a:off x="457122" y="1563689"/>
                <a:ext cx="1947300" cy="698400"/>
              </a:xfrm>
              <a:prstGeom prst="homePlate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14" name="Google Shape;241;p19">
                <a:extLst>
                  <a:ext uri="{FF2B5EF4-FFF2-40B4-BE49-F238E27FC236}">
                    <a16:creationId xmlns:a16="http://schemas.microsoft.com/office/drawing/2014/main" id="{4CC56D3E-3083-E47E-993C-FC3CA715C5FE}"/>
                  </a:ext>
                </a:extLst>
              </p:cNvPr>
              <p:cNvSpPr/>
              <p:nvPr/>
            </p:nvSpPr>
            <p:spPr>
              <a:xfrm>
                <a:off x="4528524" y="1563689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15" name="Google Shape;242;p19">
                <a:extLst>
                  <a:ext uri="{FF2B5EF4-FFF2-40B4-BE49-F238E27FC236}">
                    <a16:creationId xmlns:a16="http://schemas.microsoft.com/office/drawing/2014/main" id="{03C074C9-BA51-BF11-6173-89E661F45059}"/>
                  </a:ext>
                </a:extLst>
              </p:cNvPr>
              <p:cNvSpPr txBox="1"/>
              <p:nvPr/>
            </p:nvSpPr>
            <p:spPr>
              <a:xfrm>
                <a:off x="457122" y="1734689"/>
                <a:ext cx="1947300" cy="35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800" noProof="0" dirty="0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Dynamic </a:t>
                </a:r>
                <a:r>
                  <a:rPr lang="en-GB" sz="1800" noProof="0" dirty="0" err="1">
                    <a:solidFill>
                      <a:srgbClr val="FFFFFF"/>
                    </a:solidFill>
                    <a:latin typeface="+mj-lt"/>
                    <a:ea typeface="Fira Sans Extra Condensed Medium"/>
                    <a:cs typeface="Fira Sans Extra Condensed Medium"/>
                    <a:sym typeface="Fira Sans Extra Condensed Medium"/>
                  </a:rPr>
                  <a:t>Undersampling</a:t>
                </a:r>
                <a:endParaRPr lang="en-GB" sz="1800" noProof="0" dirty="0">
                  <a:solidFill>
                    <a:srgbClr val="FFFFFF"/>
                  </a:solidFill>
                  <a:latin typeface="+mj-lt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16" name="Google Shape;243;p19">
                <a:extLst>
                  <a:ext uri="{FF2B5EF4-FFF2-40B4-BE49-F238E27FC236}">
                    <a16:creationId xmlns:a16="http://schemas.microsoft.com/office/drawing/2014/main" id="{50D65A29-868F-41C5-F1B2-86F587529A9C}"/>
                  </a:ext>
                </a:extLst>
              </p:cNvPr>
              <p:cNvSpPr/>
              <p:nvPr/>
            </p:nvSpPr>
            <p:spPr>
              <a:xfrm>
                <a:off x="2492871" y="1563689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17" name="Google Shape;244;p19">
                <a:extLst>
                  <a:ext uri="{FF2B5EF4-FFF2-40B4-BE49-F238E27FC236}">
                    <a16:creationId xmlns:a16="http://schemas.microsoft.com/office/drawing/2014/main" id="{CC33BB2B-9B9C-F2D8-6AF3-4D7891C490CE}"/>
                  </a:ext>
                </a:extLst>
              </p:cNvPr>
              <p:cNvSpPr txBox="1"/>
              <p:nvPr/>
            </p:nvSpPr>
            <p:spPr>
              <a:xfrm>
                <a:off x="2492775" y="1660096"/>
                <a:ext cx="192498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DYN_UNDERSAMPLE = 1</a:t>
                </a:r>
              </a:p>
              <a:p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 = 1</a:t>
                </a:r>
              </a:p>
              <a:p>
                <a:r>
                  <a:rPr lang="en-GB" sz="1200" noProof="0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rearm_dno</a:t>
                </a:r>
                <a:r>
                  <a:rPr lang="en-GB" sz="1200" noProof="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=1</a:t>
                </a:r>
              </a:p>
            </p:txBody>
          </p:sp>
          <p:sp>
            <p:nvSpPr>
              <p:cNvPr id="18" name="Google Shape;245;p19">
                <a:extLst>
                  <a:ext uri="{FF2B5EF4-FFF2-40B4-BE49-F238E27FC236}">
                    <a16:creationId xmlns:a16="http://schemas.microsoft.com/office/drawing/2014/main" id="{DEEBC1A8-AE2E-DD1A-1D39-4446D7C7A06C}"/>
                  </a:ext>
                </a:extLst>
              </p:cNvPr>
              <p:cNvSpPr txBox="1"/>
              <p:nvPr/>
            </p:nvSpPr>
            <p:spPr>
              <a:xfrm>
                <a:off x="4783639" y="1651589"/>
                <a:ext cx="14370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Continuous data stream.</a:t>
                </a:r>
              </a:p>
            </p:txBody>
          </p:sp>
          <p:sp>
            <p:nvSpPr>
              <p:cNvPr id="19" name="Google Shape;246;p19">
                <a:extLst>
                  <a:ext uri="{FF2B5EF4-FFF2-40B4-BE49-F238E27FC236}">
                    <a16:creationId xmlns:a16="http://schemas.microsoft.com/office/drawing/2014/main" id="{B6C7A9AF-015F-364D-EC72-C01CC7E7FD40}"/>
                  </a:ext>
                </a:extLst>
              </p:cNvPr>
              <p:cNvSpPr/>
              <p:nvPr/>
            </p:nvSpPr>
            <p:spPr>
              <a:xfrm>
                <a:off x="6564177" y="1563689"/>
                <a:ext cx="1947300" cy="698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lang="en-GB" noProof="0" dirty="0">
                  <a:latin typeface="+mj-lt"/>
                </a:endParaRPr>
              </a:p>
            </p:txBody>
          </p:sp>
          <p:sp>
            <p:nvSpPr>
              <p:cNvPr id="20" name="Google Shape;247;p19">
                <a:extLst>
                  <a:ext uri="{FF2B5EF4-FFF2-40B4-BE49-F238E27FC236}">
                    <a16:creationId xmlns:a16="http://schemas.microsoft.com/office/drawing/2014/main" id="{046A8C08-E88F-F61F-9922-028E6D91FE2E}"/>
                  </a:ext>
                </a:extLst>
              </p:cNvPr>
              <p:cNvSpPr txBox="1"/>
              <p:nvPr/>
            </p:nvSpPr>
            <p:spPr>
              <a:xfrm>
                <a:off x="6564177" y="1631728"/>
                <a:ext cx="1947300" cy="522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 spc="0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noProof="0" dirty="0">
                    <a:solidFill>
                      <a:schemeClr val="dk1"/>
                    </a:solidFill>
                    <a:latin typeface="+mj-lt"/>
                    <a:ea typeface="Roboto"/>
                    <a:cs typeface="Roboto"/>
                    <a:sym typeface="Roboto"/>
                  </a:rPr>
                  <a:t>High memory overhead: 50% of SDRAM used for timestamps.</a:t>
                </a:r>
              </a:p>
            </p:txBody>
          </p:sp>
        </p:grpSp>
        <p:sp>
          <p:nvSpPr>
            <p:cNvPr id="47" name="Google Shape;234;p19">
              <a:extLst>
                <a:ext uri="{FF2B5EF4-FFF2-40B4-BE49-F238E27FC236}">
                  <a16:creationId xmlns:a16="http://schemas.microsoft.com/office/drawing/2014/main" id="{108F5DCE-F591-D54C-744F-9CA8D38FDF18}"/>
                </a:ext>
              </a:extLst>
            </p:cNvPr>
            <p:cNvSpPr txBox="1"/>
            <p:nvPr/>
          </p:nvSpPr>
          <p:spPr>
            <a:xfrm>
              <a:off x="1063014" y="5283940"/>
              <a:ext cx="9236934" cy="522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lvl="0" algn="ctr"/>
              <a:r>
                <a:rPr lang="en-GB" sz="1600" b="1" noProof="0" dirty="0">
                  <a:latin typeface="+mj-lt"/>
                </a:rPr>
                <a:t>LIMITATION</a:t>
              </a:r>
            </a:p>
            <a:p>
              <a:pPr lvl="0" algn="ctr"/>
              <a:r>
                <a:rPr lang="en-GB" sz="1600" noProof="0" dirty="0">
                  <a:latin typeface="+mj-lt"/>
                </a:rPr>
                <a:t>Because the PM1000 lacks an internal real-time clock, all standard modes fail to provide the absolute timestamps required for phase data synchronization.</a:t>
              </a:r>
              <a:endParaRPr lang="en-GB" sz="1600" noProof="0" dirty="0">
                <a:solidFill>
                  <a:schemeClr val="dk1"/>
                </a:solidFill>
                <a:latin typeface="+mj-lt"/>
                <a:ea typeface="Roboto"/>
                <a:cs typeface="Roboto"/>
                <a:sym typeface="Robot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78819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D17F6BE-88DD-8FE2-CB79-78F58EB956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5" y="157406"/>
            <a:ext cx="11664950" cy="1080000"/>
          </a:xfrm>
        </p:spPr>
        <p:txBody>
          <a:bodyPr/>
          <a:lstStyle/>
          <a:p>
            <a:r>
              <a:rPr lang="en-GB" noProof="0" dirty="0"/>
              <a:t>Modified Manual Recording</a:t>
            </a:r>
          </a:p>
        </p:txBody>
      </p:sp>
      <p:grpSp>
        <p:nvGrpSpPr>
          <p:cNvPr id="35" name="Gruppo 34">
            <a:extLst>
              <a:ext uri="{FF2B5EF4-FFF2-40B4-BE49-F238E27FC236}">
                <a16:creationId xmlns:a16="http://schemas.microsoft.com/office/drawing/2014/main" id="{81821DF5-A3D1-D336-F6F4-978B3EEA6F5D}"/>
              </a:ext>
            </a:extLst>
          </p:cNvPr>
          <p:cNvGrpSpPr/>
          <p:nvPr/>
        </p:nvGrpSpPr>
        <p:grpSpPr>
          <a:xfrm>
            <a:off x="283076" y="1307533"/>
            <a:ext cx="4425666" cy="4342248"/>
            <a:chOff x="348557" y="861642"/>
            <a:chExt cx="4425666" cy="2461540"/>
          </a:xfrm>
        </p:grpSpPr>
        <p:sp>
          <p:nvSpPr>
            <p:cNvPr id="7" name="Google Shape;217;p19">
              <a:extLst>
                <a:ext uri="{FF2B5EF4-FFF2-40B4-BE49-F238E27FC236}">
                  <a16:creationId xmlns:a16="http://schemas.microsoft.com/office/drawing/2014/main" id="{5EE77A37-2318-5588-2F42-1D6F7BCC149B}"/>
                </a:ext>
              </a:extLst>
            </p:cNvPr>
            <p:cNvSpPr/>
            <p:nvPr/>
          </p:nvSpPr>
          <p:spPr>
            <a:xfrm>
              <a:off x="348557" y="861642"/>
              <a:ext cx="4425666" cy="2449028"/>
            </a:xfrm>
            <a:prstGeom prst="flowChartAlternateProcess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algn="ctr"/>
              <a:r>
                <a:rPr lang="en-GB" sz="1800" b="1" noProof="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Configuration</a:t>
              </a:r>
            </a:p>
            <a:p>
              <a:pPr algn="ctr"/>
              <a:endParaRPr lang="en-GB" sz="1800" b="1" noProof="0" dirty="0">
                <a:solidFill>
                  <a:schemeClr val="tx1"/>
                </a:solidFill>
                <a:latin typeface="+mn-lt"/>
                <a:ea typeface="+mn-ea"/>
                <a:cs typeface="+mn-cs"/>
              </a:endParaRP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SYNC_EXT_RISE = 1 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rearm = 1</a:t>
              </a:r>
            </a:p>
            <a:p>
              <a:r>
                <a:rPr lang="en-GB" sz="1600" noProof="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rearm_dno</a:t>
              </a:r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= 1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CYCLIC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DYN_UNDERSAMPLING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SYNC_EXT_FALL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TRIG_NEXT_BNC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PPS_SYNC_EXT = 0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PPS_EXT_INT = 0 </a:t>
              </a:r>
            </a:p>
            <a:p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  <a:p>
              <a:r>
                <a:rPr lang="en-GB" sz="1600" noProof="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pm.write</a:t>
              </a:r>
              <a:r>
                <a:rPr lang="en-GB" sz="1600" noProof="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(BASE+82,old_block_nr)</a:t>
              </a:r>
            </a:p>
            <a:p>
              <a:endParaRPr lang="en-GB" sz="1600" noProof="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GB" sz="1800" dirty="0">
                  <a:solidFill>
                    <a:schemeClr val="tx1"/>
                  </a:solidFill>
                  <a:latin typeface="+mn-lt"/>
                  <a:ea typeface="+mn-ea"/>
                  <a:cs typeface="+mn-cs"/>
                </a:rPr>
                <a:t>Long, continuous acquisition</a:t>
              </a:r>
            </a:p>
          </p:txBody>
        </p:sp>
        <p:sp>
          <p:nvSpPr>
            <p:cNvPr id="17" name="Rettangolo con angoli arrotondati 16">
              <a:extLst>
                <a:ext uri="{FF2B5EF4-FFF2-40B4-BE49-F238E27FC236}">
                  <a16:creationId xmlns:a16="http://schemas.microsoft.com/office/drawing/2014/main" id="{0F0A2B6F-2E98-B335-2735-2104FCDDB1C3}"/>
                </a:ext>
              </a:extLst>
            </p:cNvPr>
            <p:cNvSpPr/>
            <p:nvPr/>
          </p:nvSpPr>
          <p:spPr>
            <a:xfrm>
              <a:off x="348557" y="861643"/>
              <a:ext cx="4346535" cy="2461539"/>
            </a:xfrm>
            <a:prstGeom prst="roundRect">
              <a:avLst/>
            </a:prstGeom>
            <a:noFill/>
            <a:ln w="381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lang="en-GB" sz="2800" noProof="0" dirty="0">
                <a:latin typeface="+mj-lt"/>
              </a:endParaRPr>
            </a:p>
          </p:txBody>
        </p:sp>
      </p:grpSp>
      <p:grpSp>
        <p:nvGrpSpPr>
          <p:cNvPr id="33" name="Gruppo 32">
            <a:extLst>
              <a:ext uri="{FF2B5EF4-FFF2-40B4-BE49-F238E27FC236}">
                <a16:creationId xmlns:a16="http://schemas.microsoft.com/office/drawing/2014/main" id="{34A8B673-2A92-F438-5784-03A287D94C2C}"/>
              </a:ext>
            </a:extLst>
          </p:cNvPr>
          <p:cNvGrpSpPr/>
          <p:nvPr/>
        </p:nvGrpSpPr>
        <p:grpSpPr>
          <a:xfrm>
            <a:off x="5492888" y="1515795"/>
            <a:ext cx="2721029" cy="1826985"/>
            <a:chOff x="4180933" y="1141467"/>
            <a:chExt cx="4461901" cy="1115692"/>
          </a:xfrm>
        </p:grpSpPr>
        <p:sp>
          <p:nvSpPr>
            <p:cNvPr id="24" name="Rettangolo con angoli arrotondati 23">
              <a:extLst>
                <a:ext uri="{FF2B5EF4-FFF2-40B4-BE49-F238E27FC236}">
                  <a16:creationId xmlns:a16="http://schemas.microsoft.com/office/drawing/2014/main" id="{9D296671-F447-1040-7833-92039ED66CD8}"/>
                </a:ext>
              </a:extLst>
            </p:cNvPr>
            <p:cNvSpPr/>
            <p:nvPr/>
          </p:nvSpPr>
          <p:spPr>
            <a:xfrm>
              <a:off x="4180933" y="1141467"/>
              <a:ext cx="4461901" cy="1115692"/>
            </a:xfrm>
            <a:prstGeom prst="roundRect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lang="en-GB" sz="2800" noProof="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5" name="CasellaDiTesto 24">
              <a:extLst>
                <a:ext uri="{FF2B5EF4-FFF2-40B4-BE49-F238E27FC236}">
                  <a16:creationId xmlns:a16="http://schemas.microsoft.com/office/drawing/2014/main" id="{410042F6-3153-C0F5-7006-CC3BDA1E7DDE}"/>
                </a:ext>
              </a:extLst>
            </p:cNvPr>
            <p:cNvSpPr txBox="1"/>
            <p:nvPr/>
          </p:nvSpPr>
          <p:spPr>
            <a:xfrm>
              <a:off x="4180933" y="1192343"/>
              <a:ext cx="4461901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noProof="0" dirty="0" err="1"/>
                <a:t>Syncronization</a:t>
              </a:r>
              <a:endParaRPr lang="en-GB" b="1" noProof="0" dirty="0"/>
            </a:p>
            <a:p>
              <a:pPr algn="ctr"/>
              <a:r>
                <a:rPr lang="en-GB" noProof="0" dirty="0"/>
                <a:t>Exactly one SOP sample recorded for every rising edge on BNC connector</a:t>
              </a:r>
              <a:r>
                <a:rPr lang="en-GB" noProof="0" dirty="0">
                  <a:solidFill>
                    <a:schemeClr val="dk1"/>
                  </a:solidFill>
                  <a:ea typeface="Roboto"/>
                  <a:cs typeface="Roboto"/>
                </a:rPr>
                <a:t>.</a:t>
              </a:r>
              <a:endParaRPr lang="en-GB" noProof="0" dirty="0"/>
            </a:p>
          </p:txBody>
        </p:sp>
      </p:grpSp>
      <p:grpSp>
        <p:nvGrpSpPr>
          <p:cNvPr id="34" name="Gruppo 33">
            <a:extLst>
              <a:ext uri="{FF2B5EF4-FFF2-40B4-BE49-F238E27FC236}">
                <a16:creationId xmlns:a16="http://schemas.microsoft.com/office/drawing/2014/main" id="{2534F879-00BD-738F-2381-1DFFB9CF9B9B}"/>
              </a:ext>
            </a:extLst>
          </p:cNvPr>
          <p:cNvGrpSpPr/>
          <p:nvPr/>
        </p:nvGrpSpPr>
        <p:grpSpPr>
          <a:xfrm>
            <a:off x="8998063" y="1523338"/>
            <a:ext cx="2721029" cy="1798343"/>
            <a:chOff x="9145897" y="861643"/>
            <a:chExt cx="2782578" cy="1689907"/>
          </a:xfrm>
        </p:grpSpPr>
        <p:sp>
          <p:nvSpPr>
            <p:cNvPr id="28" name="Rettangolo con angoli arrotondati 27">
              <a:extLst>
                <a:ext uri="{FF2B5EF4-FFF2-40B4-BE49-F238E27FC236}">
                  <a16:creationId xmlns:a16="http://schemas.microsoft.com/office/drawing/2014/main" id="{A3C7B4C9-91C3-44AB-F7BA-84FB128818B0}"/>
                </a:ext>
              </a:extLst>
            </p:cNvPr>
            <p:cNvSpPr/>
            <p:nvPr/>
          </p:nvSpPr>
          <p:spPr>
            <a:xfrm>
              <a:off x="9145897" y="861643"/>
              <a:ext cx="2782578" cy="1689907"/>
            </a:xfrm>
            <a:prstGeom prst="roundRect">
              <a:avLst/>
            </a:prstGeom>
            <a:noFill/>
            <a:ln w="381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algn="ctr"/>
              <a:endParaRPr lang="en-GB" sz="2800" noProof="0" dirty="0">
                <a:solidFill>
                  <a:schemeClr val="tx1"/>
                </a:solidFill>
                <a:latin typeface="+mj-lt"/>
              </a:endParaRPr>
            </a:p>
          </p:txBody>
        </p:sp>
        <p:sp>
          <p:nvSpPr>
            <p:cNvPr id="29" name="CasellaDiTesto 28">
              <a:extLst>
                <a:ext uri="{FF2B5EF4-FFF2-40B4-BE49-F238E27FC236}">
                  <a16:creationId xmlns:a16="http://schemas.microsoft.com/office/drawing/2014/main" id="{DC452A65-202C-15B9-0AFC-26EDD5800062}"/>
                </a:ext>
              </a:extLst>
            </p:cNvPr>
            <p:cNvSpPr txBox="1"/>
            <p:nvPr/>
          </p:nvSpPr>
          <p:spPr>
            <a:xfrm>
              <a:off x="9145897" y="951447"/>
              <a:ext cx="2782578" cy="14773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b="1" noProof="0" dirty="0"/>
                <a:t>Timestamps</a:t>
              </a:r>
            </a:p>
            <a:p>
              <a:pPr algn="ctr"/>
              <a:r>
                <a:rPr lang="en-GB" noProof="0" dirty="0"/>
                <a:t>The exact time of the first SOP sample is known with high precision.</a:t>
              </a:r>
            </a:p>
          </p:txBody>
        </p:sp>
      </p:grpSp>
      <p:cxnSp>
        <p:nvCxnSpPr>
          <p:cNvPr id="3" name="Connettore 2 2">
            <a:extLst>
              <a:ext uri="{FF2B5EF4-FFF2-40B4-BE49-F238E27FC236}">
                <a16:creationId xmlns:a16="http://schemas.microsoft.com/office/drawing/2014/main" id="{252C86CF-1273-1080-89D0-5E2321FD95BD}"/>
              </a:ext>
            </a:extLst>
          </p:cNvPr>
          <p:cNvCxnSpPr>
            <a:cxnSpLocks/>
          </p:cNvCxnSpPr>
          <p:nvPr/>
        </p:nvCxnSpPr>
        <p:spPr>
          <a:xfrm>
            <a:off x="7340559" y="4411072"/>
            <a:ext cx="671348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8" name="Rettangolo con angoli arrotondati 17">
            <a:extLst>
              <a:ext uri="{FF2B5EF4-FFF2-40B4-BE49-F238E27FC236}">
                <a16:creationId xmlns:a16="http://schemas.microsoft.com/office/drawing/2014/main" id="{8879C24F-A989-CB71-F324-A0F0238B9168}"/>
              </a:ext>
            </a:extLst>
          </p:cNvPr>
          <p:cNvSpPr/>
          <p:nvPr/>
        </p:nvSpPr>
        <p:spPr>
          <a:xfrm>
            <a:off x="5480102" y="3706209"/>
            <a:ext cx="4507777" cy="1826985"/>
          </a:xfrm>
          <a:prstGeom prst="roundRect">
            <a:avLst/>
          </a:prstGeom>
          <a:noFill/>
          <a:ln w="381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endParaRPr lang="en-GB" sz="2800" noProof="0" dirty="0">
              <a:solidFill>
                <a:schemeClr val="tx1"/>
              </a:solidFill>
              <a:latin typeface="+mj-lt"/>
            </a:endParaRPr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BEC4887F-3BC1-07BE-B89A-8BB6DAD96E63}"/>
              </a:ext>
            </a:extLst>
          </p:cNvPr>
          <p:cNvSpPr txBox="1"/>
          <p:nvPr/>
        </p:nvSpPr>
        <p:spPr>
          <a:xfrm>
            <a:off x="5525979" y="3729344"/>
            <a:ext cx="4461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1" noProof="0" dirty="0"/>
              <a:t>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E64C19E8-7E20-BCF6-012F-9F08D10E04B7}"/>
                  </a:ext>
                </a:extLst>
              </p:cNvPr>
              <p:cNvSpPr txBox="1"/>
              <p:nvPr/>
            </p:nvSpPr>
            <p:spPr>
              <a:xfrm>
                <a:off x="5715771" y="4143338"/>
                <a:ext cx="1459502" cy="53546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GB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noProof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100 </m:t>
                          </m:r>
                          <m:r>
                            <a:rPr lang="en-GB" b="0" i="1" noProof="0" smtClean="0">
                              <a:latin typeface="Cambria Math" panose="02040503050406030204" pitchFamily="18" charset="0"/>
                            </a:rPr>
                            <m:t>𝑀𝐻𝑧</m:t>
                          </m:r>
                        </m:num>
                        <m:den>
                          <m:sSup>
                            <m:sSupPr>
                              <m:ctrlP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sup>
                              <m:r>
                                <a:rPr lang="en-GB" b="0" i="1" noProof="0" smtClean="0">
                                  <a:latin typeface="Cambria Math" panose="02040503050406030204" pitchFamily="18" charset="0"/>
                                </a:rPr>
                                <m:t>𝐴𝑇𝐸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noProof="0" dirty="0"/>
              </a:p>
            </p:txBody>
          </p:sp>
        </mc:Choice>
        <mc:Fallback xmlns="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E64C19E8-7E20-BCF6-012F-9F08D10E04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5771" y="4143338"/>
                <a:ext cx="1459502" cy="53546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B66DD087-F46F-8453-62E7-2BFCF751FCCE}"/>
                  </a:ext>
                </a:extLst>
              </p:cNvPr>
              <p:cNvSpPr txBox="1"/>
              <p:nvPr/>
            </p:nvSpPr>
            <p:spPr>
              <a:xfrm>
                <a:off x="8057783" y="4203796"/>
                <a:ext cx="1884222" cy="3671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GB" sz="1800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800" b="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sz="1800" b="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GB" sz="1800" i="1" noProof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800" b="0" i="1" noProof="0" smtClean="0">
                          <a:latin typeface="Cambria Math" panose="02040503050406030204" pitchFamily="18" charset="0"/>
                        </a:rPr>
                        <m:t>𝐵𝑁𝐶</m:t>
                      </m:r>
                      <m:r>
                        <a:rPr lang="en-GB" sz="1800" b="0" i="1" noProof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GB" sz="1800" b="0" i="1" noProof="0" smtClean="0">
                          <a:latin typeface="Cambria Math" panose="02040503050406030204" pitchFamily="18" charset="0"/>
                        </a:rPr>
                        <m:t>𝐹𝑅𝐸𝑄</m:t>
                      </m:r>
                    </m:oMath>
                  </m:oMathPara>
                </a14:m>
                <a:endParaRPr lang="en-GB" sz="1800" noProof="0" dirty="0"/>
              </a:p>
            </p:txBody>
          </p:sp>
        </mc:Choice>
        <mc:Fallback xmlns="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B66DD087-F46F-8453-62E7-2BFCF751FC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57783" y="4203796"/>
                <a:ext cx="1884222" cy="367165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B8168AEC-7BA2-3883-E446-51509479C1CC}"/>
              </a:ext>
            </a:extLst>
          </p:cNvPr>
          <p:cNvSpPr txBox="1"/>
          <p:nvPr/>
        </p:nvSpPr>
        <p:spPr>
          <a:xfrm>
            <a:off x="5480101" y="4797861"/>
            <a:ext cx="4507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noProof="0" dirty="0"/>
              <a:t>ATE is still applied purely to average samples and improve SNR.</a:t>
            </a:r>
          </a:p>
        </p:txBody>
      </p:sp>
      <p:grpSp>
        <p:nvGrpSpPr>
          <p:cNvPr id="36" name="Google Shape;1648;p56">
            <a:extLst>
              <a:ext uri="{FF2B5EF4-FFF2-40B4-BE49-F238E27FC236}">
                <a16:creationId xmlns:a16="http://schemas.microsoft.com/office/drawing/2014/main" id="{B5277C0A-39B8-4616-33C5-1698DEAF7BAC}"/>
              </a:ext>
            </a:extLst>
          </p:cNvPr>
          <p:cNvGrpSpPr/>
          <p:nvPr/>
        </p:nvGrpSpPr>
        <p:grpSpPr>
          <a:xfrm>
            <a:off x="4775906" y="2329058"/>
            <a:ext cx="585100" cy="308634"/>
            <a:chOff x="4920150" y="1977875"/>
            <a:chExt cx="68525" cy="33800"/>
          </a:xfrm>
          <a:solidFill>
            <a:srgbClr val="F14124"/>
          </a:solidFill>
        </p:grpSpPr>
        <p:sp>
          <p:nvSpPr>
            <p:cNvPr id="37" name="Google Shape;1649;p56">
              <a:extLst>
                <a:ext uri="{FF2B5EF4-FFF2-40B4-BE49-F238E27FC236}">
                  <a16:creationId xmlns:a16="http://schemas.microsoft.com/office/drawing/2014/main" id="{B1FF6A1B-F214-AD15-9392-9603D7817081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38" name="Google Shape;1650;p56">
              <a:extLst>
                <a:ext uri="{FF2B5EF4-FFF2-40B4-BE49-F238E27FC236}">
                  <a16:creationId xmlns:a16="http://schemas.microsoft.com/office/drawing/2014/main" id="{39BE153A-E3FF-1A71-8C2B-76CB323C4D32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39" name="Google Shape;1651;p56">
              <a:extLst>
                <a:ext uri="{FF2B5EF4-FFF2-40B4-BE49-F238E27FC236}">
                  <a16:creationId xmlns:a16="http://schemas.microsoft.com/office/drawing/2014/main" id="{ACEA8306-0D88-6E36-774D-0CFE7FA0397B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</p:grpSp>
      <p:grpSp>
        <p:nvGrpSpPr>
          <p:cNvPr id="49" name="Google Shape;1648;p56">
            <a:extLst>
              <a:ext uri="{FF2B5EF4-FFF2-40B4-BE49-F238E27FC236}">
                <a16:creationId xmlns:a16="http://schemas.microsoft.com/office/drawing/2014/main" id="{01244D2D-0924-47E6-C68D-7A0B016C18CF}"/>
              </a:ext>
            </a:extLst>
          </p:cNvPr>
          <p:cNvGrpSpPr/>
          <p:nvPr/>
        </p:nvGrpSpPr>
        <p:grpSpPr>
          <a:xfrm>
            <a:off x="4777168" y="4416644"/>
            <a:ext cx="585100" cy="308634"/>
            <a:chOff x="4920150" y="1977875"/>
            <a:chExt cx="68525" cy="33800"/>
          </a:xfrm>
          <a:solidFill>
            <a:srgbClr val="F14124"/>
          </a:solidFill>
        </p:grpSpPr>
        <p:sp>
          <p:nvSpPr>
            <p:cNvPr id="50" name="Google Shape;1649;p56">
              <a:extLst>
                <a:ext uri="{FF2B5EF4-FFF2-40B4-BE49-F238E27FC236}">
                  <a16:creationId xmlns:a16="http://schemas.microsoft.com/office/drawing/2014/main" id="{318C31B0-B09C-A6B5-C39A-C0B76BF74551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51" name="Google Shape;1650;p56">
              <a:extLst>
                <a:ext uri="{FF2B5EF4-FFF2-40B4-BE49-F238E27FC236}">
                  <a16:creationId xmlns:a16="http://schemas.microsoft.com/office/drawing/2014/main" id="{88D1396A-00BB-0B06-5409-7CF852856811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52" name="Google Shape;1651;p56">
              <a:extLst>
                <a:ext uri="{FF2B5EF4-FFF2-40B4-BE49-F238E27FC236}">
                  <a16:creationId xmlns:a16="http://schemas.microsoft.com/office/drawing/2014/main" id="{CF785411-7B70-EFF0-A74F-AF4FCA57F8E3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</p:grpSp>
      <p:grpSp>
        <p:nvGrpSpPr>
          <p:cNvPr id="53" name="Google Shape;1648;p56">
            <a:extLst>
              <a:ext uri="{FF2B5EF4-FFF2-40B4-BE49-F238E27FC236}">
                <a16:creationId xmlns:a16="http://schemas.microsoft.com/office/drawing/2014/main" id="{DF0B14DA-124C-2FC7-68B6-0C150A3C114B}"/>
              </a:ext>
            </a:extLst>
          </p:cNvPr>
          <p:cNvGrpSpPr/>
          <p:nvPr/>
        </p:nvGrpSpPr>
        <p:grpSpPr>
          <a:xfrm>
            <a:off x="8313440" y="2317490"/>
            <a:ext cx="585100" cy="308634"/>
            <a:chOff x="4920150" y="1977875"/>
            <a:chExt cx="68525" cy="33800"/>
          </a:xfrm>
          <a:solidFill>
            <a:srgbClr val="F14124"/>
          </a:solidFill>
        </p:grpSpPr>
        <p:sp>
          <p:nvSpPr>
            <p:cNvPr id="54" name="Google Shape;1649;p56">
              <a:extLst>
                <a:ext uri="{FF2B5EF4-FFF2-40B4-BE49-F238E27FC236}">
                  <a16:creationId xmlns:a16="http://schemas.microsoft.com/office/drawing/2014/main" id="{450B0F9D-47BB-8894-C0EE-94B7FE1B1872}"/>
                </a:ext>
              </a:extLst>
            </p:cNvPr>
            <p:cNvSpPr/>
            <p:nvPr/>
          </p:nvSpPr>
          <p:spPr>
            <a:xfrm>
              <a:off x="4949175" y="1977875"/>
              <a:ext cx="39500" cy="33800"/>
            </a:xfrm>
            <a:custGeom>
              <a:avLst/>
              <a:gdLst/>
              <a:ahLst/>
              <a:cxnLst/>
              <a:rect l="l" t="t" r="r" b="b"/>
              <a:pathLst>
                <a:path w="1580" h="1352" extrusionOk="0">
                  <a:moveTo>
                    <a:pt x="891" y="1"/>
                  </a:moveTo>
                  <a:cubicBezTo>
                    <a:pt x="859" y="1"/>
                    <a:pt x="828" y="12"/>
                    <a:pt x="801" y="32"/>
                  </a:cubicBezTo>
                  <a:cubicBezTo>
                    <a:pt x="743" y="89"/>
                    <a:pt x="743" y="176"/>
                    <a:pt x="801" y="226"/>
                  </a:cubicBezTo>
                  <a:lnTo>
                    <a:pt x="1039" y="472"/>
                  </a:lnTo>
                  <a:cubicBezTo>
                    <a:pt x="1068" y="493"/>
                    <a:pt x="1046" y="544"/>
                    <a:pt x="1010" y="544"/>
                  </a:cubicBezTo>
                  <a:lnTo>
                    <a:pt x="152" y="544"/>
                  </a:lnTo>
                  <a:cubicBezTo>
                    <a:pt x="147" y="543"/>
                    <a:pt x="143" y="543"/>
                    <a:pt x="139" y="543"/>
                  </a:cubicBezTo>
                  <a:cubicBezTo>
                    <a:pt x="66" y="543"/>
                    <a:pt x="14" y="598"/>
                    <a:pt x="8" y="666"/>
                  </a:cubicBezTo>
                  <a:cubicBezTo>
                    <a:pt x="0" y="746"/>
                    <a:pt x="65" y="811"/>
                    <a:pt x="145" y="811"/>
                  </a:cubicBezTo>
                  <a:lnTo>
                    <a:pt x="1010" y="811"/>
                  </a:lnTo>
                  <a:cubicBezTo>
                    <a:pt x="1046" y="811"/>
                    <a:pt x="1068" y="854"/>
                    <a:pt x="1039" y="883"/>
                  </a:cubicBezTo>
                  <a:lnTo>
                    <a:pt x="808" y="1113"/>
                  </a:lnTo>
                  <a:cubicBezTo>
                    <a:pt x="758" y="1164"/>
                    <a:pt x="751" y="1251"/>
                    <a:pt x="794" y="1308"/>
                  </a:cubicBezTo>
                  <a:cubicBezTo>
                    <a:pt x="823" y="1337"/>
                    <a:pt x="859" y="1351"/>
                    <a:pt x="895" y="1351"/>
                  </a:cubicBezTo>
                  <a:cubicBezTo>
                    <a:pt x="931" y="1351"/>
                    <a:pt x="967" y="1337"/>
                    <a:pt x="996" y="1308"/>
                  </a:cubicBezTo>
                  <a:lnTo>
                    <a:pt x="1522" y="774"/>
                  </a:lnTo>
                  <a:cubicBezTo>
                    <a:pt x="1580" y="717"/>
                    <a:pt x="1573" y="630"/>
                    <a:pt x="1522" y="573"/>
                  </a:cubicBezTo>
                  <a:lnTo>
                    <a:pt x="996" y="46"/>
                  </a:lnTo>
                  <a:cubicBezTo>
                    <a:pt x="965" y="15"/>
                    <a:pt x="928" y="1"/>
                    <a:pt x="891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55" name="Google Shape;1650;p56">
              <a:extLst>
                <a:ext uri="{FF2B5EF4-FFF2-40B4-BE49-F238E27FC236}">
                  <a16:creationId xmlns:a16="http://schemas.microsoft.com/office/drawing/2014/main" id="{ADC7286A-556F-B231-4024-530236B3F81F}"/>
                </a:ext>
              </a:extLst>
            </p:cNvPr>
            <p:cNvSpPr/>
            <p:nvPr/>
          </p:nvSpPr>
          <p:spPr>
            <a:xfrm>
              <a:off x="4931875" y="1991450"/>
              <a:ext cx="12825" cy="6700"/>
            </a:xfrm>
            <a:custGeom>
              <a:avLst/>
              <a:gdLst/>
              <a:ahLst/>
              <a:cxnLst/>
              <a:rect l="l" t="t" r="r" b="b"/>
              <a:pathLst>
                <a:path w="513" h="268" extrusionOk="0">
                  <a:moveTo>
                    <a:pt x="180" y="1"/>
                  </a:moveTo>
                  <a:cubicBezTo>
                    <a:pt x="0" y="1"/>
                    <a:pt x="0" y="268"/>
                    <a:pt x="180" y="268"/>
                  </a:cubicBezTo>
                  <a:lnTo>
                    <a:pt x="332" y="268"/>
                  </a:lnTo>
                  <a:cubicBezTo>
                    <a:pt x="512" y="268"/>
                    <a:pt x="512" y="1"/>
                    <a:pt x="332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  <p:sp>
          <p:nvSpPr>
            <p:cNvPr id="56" name="Google Shape;1651;p56">
              <a:extLst>
                <a:ext uri="{FF2B5EF4-FFF2-40B4-BE49-F238E27FC236}">
                  <a16:creationId xmlns:a16="http://schemas.microsoft.com/office/drawing/2014/main" id="{AAA84061-FF44-A218-9903-31AC37E9BA72}"/>
                </a:ext>
              </a:extLst>
            </p:cNvPr>
            <p:cNvSpPr/>
            <p:nvPr/>
          </p:nvSpPr>
          <p:spPr>
            <a:xfrm>
              <a:off x="4920150" y="1991450"/>
              <a:ext cx="9225" cy="6700"/>
            </a:xfrm>
            <a:custGeom>
              <a:avLst/>
              <a:gdLst/>
              <a:ahLst/>
              <a:cxnLst/>
              <a:rect l="l" t="t" r="r" b="b"/>
              <a:pathLst>
                <a:path w="369" h="268" extrusionOk="0">
                  <a:moveTo>
                    <a:pt x="181" y="1"/>
                  </a:moveTo>
                  <a:cubicBezTo>
                    <a:pt x="0" y="1"/>
                    <a:pt x="0" y="268"/>
                    <a:pt x="181" y="268"/>
                  </a:cubicBezTo>
                  <a:lnTo>
                    <a:pt x="195" y="268"/>
                  </a:lnTo>
                  <a:cubicBezTo>
                    <a:pt x="368" y="268"/>
                    <a:pt x="368" y="1"/>
                    <a:pt x="195" y="1"/>
                  </a:cubicBezTo>
                  <a:close/>
                </a:path>
              </a:pathLst>
            </a:custGeom>
            <a:grpFill/>
            <a:ln w="31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stealth" w="lg" len="lg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 spc="0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n>
                  <a:solidFill>
                    <a:srgbClr val="F14124"/>
                  </a:solidFill>
                </a:ln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2320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32D8DB-3639-7C65-36C8-9AE17E545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Schema </a:t>
            </a:r>
            <a:r>
              <a:rPr lang="en-GB" noProof="0" dirty="0" err="1"/>
              <a:t>circuito</a:t>
            </a:r>
            <a:endParaRPr lang="en-GB" noProof="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3527059-5BEC-5828-6B31-5101571FD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7921120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C7CD208-2BD0-36D2-53FD-924AD0F89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Allineamento</a:t>
            </a:r>
            <a:r>
              <a:rPr lang="en-GB" noProof="0" dirty="0"/>
              <a:t> al </a:t>
            </a:r>
            <a:r>
              <a:rPr lang="en-GB" noProof="0" dirty="0" err="1"/>
              <a:t>fronte</a:t>
            </a:r>
            <a:r>
              <a:rPr lang="en-GB" noProof="0" dirty="0"/>
              <a:t> di </a:t>
            </a:r>
            <a:r>
              <a:rPr lang="en-GB" noProof="0" dirty="0" err="1"/>
              <a:t>salita</a:t>
            </a: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8481D8A-4DDE-1A88-59AD-62CB8127FD68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224" y="592998"/>
            <a:ext cx="10463259" cy="5790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8159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508A3-9AF7-E402-B1A6-6A13590A1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E623D1-C04A-3033-23F6-CD0384640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Sincronizzazione</a:t>
            </a:r>
            <a:r>
              <a:rPr lang="en-GB" noProof="0" dirty="0"/>
              <a:t> FPGA-PM1000: </a:t>
            </a:r>
            <a:r>
              <a:rPr lang="en-GB" noProof="0" dirty="0" err="1"/>
              <a:t>segnale</a:t>
            </a:r>
            <a:r>
              <a:rPr lang="en-GB" noProof="0" dirty="0"/>
              <a:t> </a:t>
            </a:r>
            <a:r>
              <a:rPr lang="en-GB" noProof="0" dirty="0" err="1"/>
              <a:t>ideale</a:t>
            </a:r>
            <a:endParaRPr lang="en-GB" noProof="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2FD782DD-5EB7-858D-DE99-C65FC36D4DC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84"/>
          <a:stretch>
            <a:fillRect/>
          </a:stretch>
        </p:blipFill>
        <p:spPr>
          <a:xfrm>
            <a:off x="328612" y="720000"/>
            <a:ext cx="11534775" cy="5503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5730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59E9160-13C6-48C9-38FD-DAFC023CD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Sincronizzazione</a:t>
            </a:r>
            <a:r>
              <a:rPr lang="en-GB" noProof="0" dirty="0"/>
              <a:t> FPGA-PM1000: </a:t>
            </a:r>
            <a:r>
              <a:rPr lang="en-GB" noProof="0" dirty="0" err="1"/>
              <a:t>segnale</a:t>
            </a:r>
            <a:r>
              <a:rPr lang="en-GB" noProof="0" dirty="0"/>
              <a:t> </a:t>
            </a:r>
            <a:r>
              <a:rPr lang="en-GB" noProof="0" dirty="0" err="1"/>
              <a:t>reale</a:t>
            </a: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8B9458C1-C516-192D-A683-05A1F662B0F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650" y="720000"/>
            <a:ext cx="11109404" cy="5548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496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50B4821-3306-2825-F659-BCD540293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PSD SOP </a:t>
            </a:r>
            <a:r>
              <a:rPr lang="en-GB" noProof="0" dirty="0" err="1"/>
              <a:t>diversi</a:t>
            </a:r>
            <a:r>
              <a:rPr lang="en-GB" noProof="0" dirty="0"/>
              <a:t> </a:t>
            </a:r>
            <a:r>
              <a:rPr lang="en-GB" noProof="0" dirty="0" err="1"/>
              <a:t>valori</a:t>
            </a:r>
            <a:r>
              <a:rPr lang="en-GB" noProof="0" dirty="0"/>
              <a:t> di ATE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A523D95-9A85-051C-4B65-64C7021507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noProof="0" dirty="0" err="1"/>
              <a:t>Aspetto</a:t>
            </a:r>
            <a:r>
              <a:rPr lang="en-GB" noProof="0" dirty="0"/>
              <a:t> </a:t>
            </a:r>
            <a:r>
              <a:rPr lang="en-GB" dirty="0"/>
              <a:t>B</a:t>
            </a:r>
            <a:r>
              <a:rPr lang="en-GB" noProof="0" dirty="0" err="1"/>
              <a:t>en</a:t>
            </a:r>
            <a:r>
              <a:rPr lang="en-GB" noProof="0" dirty="0"/>
              <a:t> </a:t>
            </a:r>
            <a:r>
              <a:rPr lang="en-GB" noProof="0" dirty="0">
                <a:sym typeface="Wingdings" panose="05000000000000000000" pitchFamily="2" charset="2"/>
              </a:rPr>
              <a:t></a:t>
            </a:r>
          </a:p>
          <a:p>
            <a:endParaRPr lang="en-GB" dirty="0">
              <a:sym typeface="Wingdings" panose="05000000000000000000" pitchFamily="2" charset="2"/>
            </a:endParaRPr>
          </a:p>
          <a:p>
            <a:r>
              <a:rPr lang="en-GB" noProof="0" dirty="0" err="1">
                <a:sym typeface="Wingdings" panose="05000000000000000000" pitchFamily="2" charset="2"/>
              </a:rPr>
              <a:t>Maledetto</a:t>
            </a:r>
            <a:r>
              <a:rPr lang="en-GB" noProof="0" dirty="0">
                <a:sym typeface="Wingdings" panose="05000000000000000000" pitchFamily="2" charset="2"/>
              </a:rPr>
              <a:t> Ben </a:t>
            </a:r>
            <a:r>
              <a:rPr lang="en-GB" noProof="0" dirty="0" err="1">
                <a:sym typeface="Wingdings" panose="05000000000000000000" pitchFamily="2" charset="2"/>
              </a:rPr>
              <a:t>che</a:t>
            </a:r>
            <a:r>
              <a:rPr lang="en-GB" noProof="0" dirty="0">
                <a:sym typeface="Wingdings" panose="05000000000000000000" pitchFamily="2" charset="2"/>
              </a:rPr>
              <a:t> mi </a:t>
            </a:r>
            <a:r>
              <a:rPr lang="en-GB" noProof="0" dirty="0" err="1">
                <a:sym typeface="Wingdings" panose="05000000000000000000" pitchFamily="2" charset="2"/>
              </a:rPr>
              <a:t>ghosta</a:t>
            </a:r>
            <a:r>
              <a:rPr lang="en-GB" noProof="0" dirty="0">
                <a:sym typeface="Wingdings" panose="05000000000000000000" pitchFamily="2" charset="2"/>
              </a:rPr>
              <a:t>  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7757980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E4182-0EEF-E864-FC16-FAEC19745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6C11B2A-6AB3-B7F3-ED5B-A5716EA2B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Aliasing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3C23D7-7EF9-4210-07E7-7D45B950B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252674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9A8F3E-8C98-B128-B40B-053421F25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4" y="170475"/>
            <a:ext cx="11664950" cy="1080000"/>
          </a:xfrm>
        </p:spPr>
        <p:txBody>
          <a:bodyPr/>
          <a:lstStyle/>
          <a:p>
            <a:r>
              <a:rPr lang="en-GB" noProof="0" dirty="0"/>
              <a:t>PSD SOP con </a:t>
            </a:r>
            <a:r>
              <a:rPr lang="en-GB" noProof="0" dirty="0" err="1"/>
              <a:t>diversi</a:t>
            </a:r>
            <a:r>
              <a:rPr lang="en-GB" noProof="0" dirty="0"/>
              <a:t> </a:t>
            </a:r>
            <a:r>
              <a:rPr lang="en-GB" noProof="0" dirty="0" err="1"/>
              <a:t>livelli</a:t>
            </a:r>
            <a:r>
              <a:rPr lang="en-GB" noProof="0" dirty="0"/>
              <a:t> di Pin</a:t>
            </a:r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FA947D95-C7DB-DE67-54F0-253F5BE8595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68"/>
          <a:stretch>
            <a:fillRect/>
          </a:stretch>
        </p:blipFill>
        <p:spPr>
          <a:xfrm>
            <a:off x="0" y="881925"/>
            <a:ext cx="12192000" cy="5616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6410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B7B20A-A3FD-9793-E27F-A6D83C5D8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5" y="198268"/>
            <a:ext cx="11664950" cy="1080000"/>
          </a:xfrm>
        </p:spPr>
        <p:txBody>
          <a:bodyPr/>
          <a:lstStyle/>
          <a:p>
            <a:r>
              <a:rPr lang="it-IT" dirty="0"/>
              <a:t>Errore ADC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5F646556-893C-3751-0EFD-1642ED667C85}"/>
                  </a:ext>
                </a:extLst>
              </p:cNvPr>
              <p:cNvSpPr txBox="1"/>
              <p:nvPr/>
            </p:nvSpPr>
            <p:spPr>
              <a:xfrm>
                <a:off x="5135181" y="1190193"/>
                <a:ext cx="4001288" cy="7100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it-IT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it-IT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r>
                        <a:rPr lang="it-IT" b="0" i="0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</m:sub>
                          </m:sSub>
                        </m:den>
                      </m:f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 </m:t>
                      </m:r>
                      <m:f>
                        <m:f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5" name="CasellaDiTesto 4">
                <a:extLst>
                  <a:ext uri="{FF2B5EF4-FFF2-40B4-BE49-F238E27FC236}">
                    <a16:creationId xmlns:a16="http://schemas.microsoft.com/office/drawing/2014/main" id="{5F646556-893C-3751-0EFD-1642ED667C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5181" y="1190193"/>
                <a:ext cx="4001288" cy="71006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FDDC759-4560-E234-6CF0-912EB346746A}"/>
                  </a:ext>
                </a:extLst>
              </p:cNvPr>
              <p:cNvSpPr txBox="1"/>
              <p:nvPr/>
            </p:nvSpPr>
            <p:spPr>
              <a:xfrm>
                <a:off x="980775" y="2628314"/>
                <a:ext cx="7201200" cy="6074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it-IT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it-IT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it-IT" sz="1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it-IT" sz="180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</m:e>
                        </m:d>
                        <m:r>
                          <a:rPr lang="it-IT" i="1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it-IT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r>
                  <a:rPr lang="it-IT" dirty="0"/>
                  <a:t>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  <m:sub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it-IT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  <m:r>
                      <a:rPr lang="it-IT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it-IT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it-IT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  <m:r>
                      <a:rPr lang="it-IT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it-IT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it-IT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it-IT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CFDDC759-4560-E234-6CF0-912EB34674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775" y="2628314"/>
                <a:ext cx="7201200" cy="60747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ECCEC8B8-9F9C-9BCA-1E13-A4398632FEF0}"/>
                  </a:ext>
                </a:extLst>
              </p:cNvPr>
              <p:cNvSpPr txBox="1"/>
              <p:nvPr/>
            </p:nvSpPr>
            <p:spPr>
              <a:xfrm>
                <a:off x="1533375" y="3679734"/>
                <a:ext cx="6096000" cy="4223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it-IT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800" b="0" i="1" smtClean="0">
                            <a:latin typeface="Cambria Math" panose="02040503050406030204" pitchFamily="18" charset="0"/>
                          </a:rPr>
                          <m:t>𝑃𝑆𝐷</m:t>
                        </m:r>
                      </m:e>
                      <m:sub>
                        <m:sSubSup>
                          <m:sSubSupPr>
                            <m:ctrlPr>
                              <a:rPr lang="it-IT" sz="1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18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it-IT" sz="1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it-IT" sz="18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bSup>
                      </m:sub>
                    </m:sSub>
                    <m:r>
                      <a:rPr lang="it-IT" sz="18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𝑃𝑆𝐷</m:t>
                        </m:r>
                      </m:e>
                      <m:sub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𝑃𝑆𝐷</m:t>
                        </m:r>
                      </m:e>
                      <m:sub>
                        <m:sSub>
                          <m:sSubPr>
                            <m:ctrlPr>
                              <a:rPr lang="it-IT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𝐴𝐷𝐶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sub>
                    </m:sSub>
                  </m:oMath>
                </a14:m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𝑃𝑆𝐷</m:t>
                        </m:r>
                      </m:e>
                      <m:sub>
                        <m:sSub>
                          <m:sSubPr>
                            <m:ctrlPr>
                              <a:rPr lang="it-IT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>
                                <a:latin typeface="Cambria Math" panose="02040503050406030204" pitchFamily="18" charset="0"/>
                              </a:rPr>
                              <m:t>𝐴𝐷𝐶</m:t>
                            </m:r>
                          </m:e>
                          <m:sub>
                            <m:r>
                              <a:rPr lang="it-IT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sub>
                    </m:sSub>
                  </m:oMath>
                </a14:m>
                <a:endParaRPr lang="it-IT" dirty="0"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>
                    <a16:creationId xmlns:a16="http://schemas.microsoft.com/office/drawing/2014/main" id="{ECCEC8B8-9F9C-9BCA-1E13-A4398632FE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375" y="3679734"/>
                <a:ext cx="6096000" cy="422360"/>
              </a:xfrm>
              <a:prstGeom prst="rect">
                <a:avLst/>
              </a:prstGeom>
              <a:blipFill>
                <a:blip r:embed="rId4"/>
                <a:stretch>
                  <a:fillRect b="-289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380BCD46-18CB-6C18-D504-68C04F2D7540}"/>
                  </a:ext>
                </a:extLst>
              </p:cNvPr>
              <p:cNvSpPr txBox="1"/>
              <p:nvPr/>
            </p:nvSpPr>
            <p:spPr>
              <a:xfrm>
                <a:off x="1428450" y="4246824"/>
                <a:ext cx="6096000" cy="7670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it-IT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b="0" i="1" smtClean="0">
                              <a:latin typeface="Cambria Math" panose="02040503050406030204" pitchFamily="18" charset="0"/>
                            </a:rPr>
                            <m:t>𝑃𝑆𝐷</m:t>
                          </m:r>
                        </m:e>
                        <m:sub>
                          <m:sSub>
                            <m:sSubPr>
                              <m:ctrlP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𝐴𝐷𝐶</m:t>
                              </m:r>
                            </m:e>
                            <m:sub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sub>
                      </m:sSub>
                      <m:r>
                        <a:rPr lang="it-IT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>
                        <m:f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</m:sub>
                            <m:sup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380BCD46-18CB-6C18-D504-68C04F2D75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8450" y="4246824"/>
                <a:ext cx="6096000" cy="76700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0E984328-7905-CB23-9819-EA01C4C32EEB}"/>
                  </a:ext>
                </a:extLst>
              </p:cNvPr>
              <p:cNvSpPr txBox="1"/>
              <p:nvPr/>
            </p:nvSpPr>
            <p:spPr>
              <a:xfrm>
                <a:off x="1437005" y="5113130"/>
                <a:ext cx="6096000" cy="7670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it-IT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800" b="0" i="1" smtClean="0">
                              <a:latin typeface="Cambria Math" panose="02040503050406030204" pitchFamily="18" charset="0"/>
                            </a:rPr>
                            <m:t>𝑃𝑆𝐷</m:t>
                          </m:r>
                        </m:e>
                        <m:sub>
                          <m:sSub>
                            <m:sSubPr>
                              <m:ctrlP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𝐴𝐷𝐶</m:t>
                              </m:r>
                            </m:e>
                            <m:sub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sub>
                      </m:sSub>
                      <m:r>
                        <a:rPr lang="it-IT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it-IT" sz="1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num>
                        <m:den>
                          <m:sSup>
                            <m:sSupPr>
                              <m:ctrlPr>
                                <a:rPr lang="it-IT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it-IT" sz="1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1800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it-IT" sz="18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sub>
                                  </m:sSub>
                                  <m:r>
                                    <a:rPr lang="it-IT" sz="1800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it-IT" sz="1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1800" i="1">
                                          <a:latin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it-IT" sz="18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it-IT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f>
                        <m:fPr>
                          <m:ctrlPr>
                            <a:rPr lang="it-IT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Sup>
                            <m:sSubSupPr>
                              <m:ctrlP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𝑖𝑛</m:t>
                              </m:r>
                            </m:sub>
                            <m:sup>
                              <m:r>
                                <a:rPr lang="it-IT" sz="1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0E984328-7905-CB23-9819-EA01C4C32E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005" y="5113130"/>
                <a:ext cx="6096000" cy="76700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" name="Gruppo 22">
            <a:extLst>
              <a:ext uri="{FF2B5EF4-FFF2-40B4-BE49-F238E27FC236}">
                <a16:creationId xmlns:a16="http://schemas.microsoft.com/office/drawing/2014/main" id="{5F43744E-E79D-6F7D-4010-7282CFB63D74}"/>
              </a:ext>
            </a:extLst>
          </p:cNvPr>
          <p:cNvGrpSpPr/>
          <p:nvPr/>
        </p:nvGrpSpPr>
        <p:grpSpPr>
          <a:xfrm>
            <a:off x="1036955" y="1263968"/>
            <a:ext cx="2558649" cy="852926"/>
            <a:chOff x="1024351" y="1671152"/>
            <a:chExt cx="2558649" cy="85292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CasellaDiTesto 3">
                  <a:extLst>
                    <a:ext uri="{FF2B5EF4-FFF2-40B4-BE49-F238E27FC236}">
                      <a16:creationId xmlns:a16="http://schemas.microsoft.com/office/drawing/2014/main" id="{6577AFF8-6639-9BFC-E69E-87038233B259}"/>
                    </a:ext>
                  </a:extLst>
                </p:cNvPr>
                <p:cNvSpPr txBox="1"/>
                <p:nvPr/>
              </p:nvSpPr>
              <p:spPr>
                <a:xfrm>
                  <a:off x="1024351" y="1671152"/>
                  <a:ext cx="2558649" cy="85292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ℛ</m:t>
                      </m:r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a14:m>
                  <a:r>
                    <a:rPr lang="it-IT" dirty="0"/>
                    <a:t>   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ℛ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a14:m>
                  <a:endParaRPr lang="it-IT" dirty="0"/>
                </a:p>
                <a:p>
                  <a:endParaRPr lang="it-IT" dirty="0"/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ℛ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a14:m>
                  <a:r>
                    <a:rPr lang="it-IT" dirty="0"/>
                    <a:t>       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it-IT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ℛ</m:t>
                      </m:r>
                      <m:sSub>
                        <m:sSubPr>
                          <m:ctrlP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a14:m>
                  <a:endParaRPr lang="it-IT" dirty="0"/>
                </a:p>
              </p:txBody>
            </p:sp>
          </mc:Choice>
          <mc:Fallback xmlns="">
            <p:sp>
              <p:nvSpPr>
                <p:cNvPr id="4" name="CasellaDiTesto 3">
                  <a:extLst>
                    <a:ext uri="{FF2B5EF4-FFF2-40B4-BE49-F238E27FC236}">
                      <a16:creationId xmlns:a16="http://schemas.microsoft.com/office/drawing/2014/main" id="{6577AFF8-6639-9BFC-E69E-87038233B2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4351" y="1671152"/>
                  <a:ext cx="2558649" cy="852926"/>
                </a:xfrm>
                <a:prstGeom prst="rect">
                  <a:avLst/>
                </a:prstGeom>
                <a:blipFill>
                  <a:blip r:embed="rId7"/>
                  <a:stretch>
                    <a:fillRect l="-3333" b="-6429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sellaDiTesto 18">
                  <a:extLst>
                    <a:ext uri="{FF2B5EF4-FFF2-40B4-BE49-F238E27FC236}">
                      <a16:creationId xmlns:a16="http://schemas.microsoft.com/office/drawing/2014/main" id="{432E266D-AED8-CABF-8E8D-6D8A7E52F179}"/>
                    </a:ext>
                  </a:extLst>
                </p:cNvPr>
                <p:cNvSpPr txBox="1"/>
                <p:nvPr/>
              </p:nvSpPr>
              <p:spPr>
                <a:xfrm>
                  <a:off x="2038482" y="1671152"/>
                  <a:ext cx="2644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it-IT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it-IT" dirty="0"/>
                </a:p>
              </p:txBody>
            </p:sp>
          </mc:Choice>
          <mc:Fallback xmlns="">
            <p:sp>
              <p:nvSpPr>
                <p:cNvPr id="19" name="CasellaDiTesto 18">
                  <a:extLst>
                    <a:ext uri="{FF2B5EF4-FFF2-40B4-BE49-F238E27FC236}">
                      <a16:creationId xmlns:a16="http://schemas.microsoft.com/office/drawing/2014/main" id="{432E266D-AED8-CABF-8E8D-6D8A7E52F1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38482" y="1671152"/>
                  <a:ext cx="264496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3636" r="-11364" b="-4348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CasellaDiTesto 20">
                  <a:extLst>
                    <a:ext uri="{FF2B5EF4-FFF2-40B4-BE49-F238E27FC236}">
                      <a16:creationId xmlns:a16="http://schemas.microsoft.com/office/drawing/2014/main" id="{E118A2DD-8A3C-4F21-0C8D-428E93768537}"/>
                    </a:ext>
                  </a:extLst>
                </p:cNvPr>
                <p:cNvSpPr txBox="1"/>
                <p:nvPr/>
              </p:nvSpPr>
              <p:spPr>
                <a:xfrm>
                  <a:off x="2038482" y="2242866"/>
                  <a:ext cx="2644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it-IT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⇒</m:t>
                        </m:r>
                      </m:oMath>
                    </m:oMathPara>
                  </a14:m>
                  <a:endParaRPr lang="it-IT" dirty="0"/>
                </a:p>
              </p:txBody>
            </p:sp>
          </mc:Choice>
          <mc:Fallback xmlns="">
            <p:sp>
              <p:nvSpPr>
                <p:cNvPr id="21" name="CasellaDiTesto 20">
                  <a:extLst>
                    <a:ext uri="{FF2B5EF4-FFF2-40B4-BE49-F238E27FC236}">
                      <a16:creationId xmlns:a16="http://schemas.microsoft.com/office/drawing/2014/main" id="{E118A2DD-8A3C-4F21-0C8D-428E937685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38482" y="2242866"/>
                  <a:ext cx="264496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3636" r="-11364" b="-4348"/>
                  </a:stretch>
                </a:blipFill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391ACFBA-69B8-39FA-EFD6-12912BEDEF37}"/>
                  </a:ext>
                </a:extLst>
              </p:cNvPr>
              <p:cNvSpPr txBox="1"/>
              <p:nvPr/>
            </p:nvSpPr>
            <p:spPr>
              <a:xfrm>
                <a:off x="4663806" y="1476525"/>
                <a:ext cx="2644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25" name="CasellaDiTesto 24">
                <a:extLst>
                  <a:ext uri="{FF2B5EF4-FFF2-40B4-BE49-F238E27FC236}">
                    <a16:creationId xmlns:a16="http://schemas.microsoft.com/office/drawing/2014/main" id="{391ACFBA-69B8-39FA-EFD6-12912BEDEF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3806" y="1476525"/>
                <a:ext cx="264496" cy="276999"/>
              </a:xfrm>
              <a:prstGeom prst="rect">
                <a:avLst/>
              </a:prstGeom>
              <a:blipFill>
                <a:blip r:embed="rId10"/>
                <a:stretch>
                  <a:fillRect l="-13953" r="-13953" b="-434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50FCE3DE-EDA0-E186-68BD-35E18C6A3606}"/>
                  </a:ext>
                </a:extLst>
              </p:cNvPr>
              <p:cNvSpPr txBox="1"/>
              <p:nvPr/>
            </p:nvSpPr>
            <p:spPr>
              <a:xfrm>
                <a:off x="1036955" y="3747208"/>
                <a:ext cx="2644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27" name="CasellaDiTesto 26">
                <a:extLst>
                  <a:ext uri="{FF2B5EF4-FFF2-40B4-BE49-F238E27FC236}">
                    <a16:creationId xmlns:a16="http://schemas.microsoft.com/office/drawing/2014/main" id="{50FCE3DE-EDA0-E186-68BD-35E18C6A3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955" y="3747208"/>
                <a:ext cx="264496" cy="276999"/>
              </a:xfrm>
              <a:prstGeom prst="rect">
                <a:avLst/>
              </a:prstGeom>
              <a:blipFill>
                <a:blip r:embed="rId11"/>
                <a:stretch>
                  <a:fillRect l="-13953" r="-13953" b="-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CasellaDiTesto 28">
                <a:extLst>
                  <a:ext uri="{FF2B5EF4-FFF2-40B4-BE49-F238E27FC236}">
                    <a16:creationId xmlns:a16="http://schemas.microsoft.com/office/drawing/2014/main" id="{F7E92814-594E-E253-8986-4081F4A63FA0}"/>
                  </a:ext>
                </a:extLst>
              </p:cNvPr>
              <p:cNvSpPr txBox="1"/>
              <p:nvPr/>
            </p:nvSpPr>
            <p:spPr>
              <a:xfrm>
                <a:off x="1036955" y="4447334"/>
                <a:ext cx="2644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⇒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29" name="CasellaDiTesto 28">
                <a:extLst>
                  <a:ext uri="{FF2B5EF4-FFF2-40B4-BE49-F238E27FC236}">
                    <a16:creationId xmlns:a16="http://schemas.microsoft.com/office/drawing/2014/main" id="{F7E92814-594E-E253-8986-4081F4A63F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955" y="4447334"/>
                <a:ext cx="264496" cy="276999"/>
              </a:xfrm>
              <a:prstGeom prst="rect">
                <a:avLst/>
              </a:prstGeom>
              <a:blipFill>
                <a:blip r:embed="rId12"/>
                <a:stretch>
                  <a:fillRect l="-13953" r="-13953" b="-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32001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95816-1246-0E3D-254C-357A7C6D5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9339CC-7190-C680-5A1D-A8AAF073D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524" y="170475"/>
            <a:ext cx="11664950" cy="1080000"/>
          </a:xfrm>
        </p:spPr>
        <p:txBody>
          <a:bodyPr/>
          <a:lstStyle/>
          <a:p>
            <a:r>
              <a:rPr lang="en-GB" noProof="0" dirty="0"/>
              <a:t>PSD SOP con </a:t>
            </a:r>
            <a:r>
              <a:rPr lang="en-GB" noProof="0" dirty="0" err="1"/>
              <a:t>diversi</a:t>
            </a:r>
            <a:r>
              <a:rPr lang="en-GB" noProof="0" dirty="0"/>
              <a:t> </a:t>
            </a:r>
            <a:r>
              <a:rPr lang="en-GB" noProof="0" dirty="0" err="1"/>
              <a:t>livelli</a:t>
            </a:r>
            <a:r>
              <a:rPr lang="en-GB" noProof="0" dirty="0"/>
              <a:t> di Pin</a:t>
            </a: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746EF982-0473-B41B-7270-91C859390CF7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68"/>
          <a:stretch>
            <a:fillRect/>
          </a:stretch>
        </p:blipFill>
        <p:spPr>
          <a:xfrm>
            <a:off x="0" y="900975"/>
            <a:ext cx="12192000" cy="5616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2923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8CC921-DB12-AE60-A7DE-3F2F69DF05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Quantizzazione</a:t>
            </a: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9E946333-9F07-A21F-D469-E6993ABD7F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3761" y="2166761"/>
            <a:ext cx="2524477" cy="2524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7187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8FA1AE1-1A93-602E-1373-D9707F71D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Rete </a:t>
            </a:r>
            <a:r>
              <a:rPr lang="en-GB" noProof="0" dirty="0" err="1"/>
              <a:t>urbana</a:t>
            </a:r>
            <a:r>
              <a:rPr lang="en-GB" noProof="0" dirty="0"/>
              <a:t> 24 h</a:t>
            </a:r>
          </a:p>
        </p:txBody>
      </p:sp>
    </p:spTree>
    <p:extLst>
      <p:ext uri="{BB962C8B-B14F-4D97-AF65-F5344CB8AC3E}">
        <p14:creationId xmlns:p14="http://schemas.microsoft.com/office/powerpoint/2010/main" val="95074152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691A3-09DB-56A8-134B-580513FE22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091BBA4-3729-F6D3-7EF6-E5707D8BF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Sensing </a:t>
            </a:r>
            <a:r>
              <a:rPr lang="en-GB" noProof="0" dirty="0" err="1"/>
              <a:t>Edificio</a:t>
            </a:r>
            <a:endParaRPr lang="en-GB" noProof="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BBFD902-D0BF-AAF9-B0B1-1B57D50D84B3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8" r="10625"/>
          <a:stretch>
            <a:fillRect/>
          </a:stretch>
        </p:blipFill>
        <p:spPr>
          <a:xfrm>
            <a:off x="1375075" y="644452"/>
            <a:ext cx="9959675" cy="5702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4114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58EB7-F680-37DF-6C2B-32CC660F1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1D32A5-F7C9-B69B-5CA8-FC1B1F774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Sensing </a:t>
            </a:r>
            <a:r>
              <a:rPr lang="en-GB" noProof="0" dirty="0" err="1"/>
              <a:t>Edificio</a:t>
            </a:r>
            <a:endParaRPr lang="en-GB" noProof="0" dirty="0"/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4EFB8C75-0990-BDD1-68E9-F69D22F02BA0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15"/>
          <a:stretch>
            <a:fillRect/>
          </a:stretch>
        </p:blipFill>
        <p:spPr>
          <a:xfrm>
            <a:off x="314325" y="720000"/>
            <a:ext cx="11563350" cy="554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5145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37A81E-F205-E586-B44C-211579A5C7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Sensing </a:t>
            </a:r>
            <a:r>
              <a:rPr lang="en-GB" noProof="0" dirty="0" err="1"/>
              <a:t>Edificio</a:t>
            </a:r>
            <a:endParaRPr lang="en-GB" noProof="0" dirty="0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0BB34236-AA07-0D3C-DB13-530FEDA9373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71"/>
          <a:stretch>
            <a:fillRect/>
          </a:stretch>
        </p:blipFill>
        <p:spPr>
          <a:xfrm>
            <a:off x="258698" y="635000"/>
            <a:ext cx="11674603" cy="55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4658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DFC87-6343-FF43-451B-B8661DB18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51B6004-021A-4B6F-6CFF-E56E58199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Terremoto</a:t>
            </a:r>
            <a:r>
              <a:rPr lang="en-GB" noProof="0" dirty="0"/>
              <a:t>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2DF3884-9DD7-D229-82CF-39B9B5C150B2}"/>
              </a:ext>
            </a:extLst>
          </p:cNvPr>
          <p:cNvSpPr txBox="1"/>
          <p:nvPr/>
        </p:nvSpPr>
        <p:spPr>
          <a:xfrm>
            <a:off x="260650" y="720000"/>
            <a:ext cx="854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5 km N San Damiano Macra (CN),</a:t>
            </a:r>
            <a:r>
              <a:rPr lang="en-GB" dirty="0"/>
              <a:t> Mw 3.3, 09/08/2026 00:10:34 (UTC+02:00)</a:t>
            </a:r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2218329B-9EA8-F859-DD7C-188A7F449ED6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8" t="1824" r="8672" b="4328"/>
          <a:stretch>
            <a:fillRect/>
          </a:stretch>
        </p:blipFill>
        <p:spPr>
          <a:xfrm>
            <a:off x="1355515" y="1158879"/>
            <a:ext cx="9683961" cy="5089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4523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194CA4F-9647-0712-D4E2-721054D2C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 err="1"/>
              <a:t>Terremoto</a:t>
            </a:r>
            <a:r>
              <a:rPr lang="en-GB" noProof="0" dirty="0"/>
              <a:t>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7E79EF1-17F4-08AC-EA72-50C5680D6D44}"/>
              </a:ext>
            </a:extLst>
          </p:cNvPr>
          <p:cNvSpPr txBox="1"/>
          <p:nvPr/>
        </p:nvSpPr>
        <p:spPr>
          <a:xfrm>
            <a:off x="260650" y="720000"/>
            <a:ext cx="8549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5 km N San Damiano Macra (CN),</a:t>
            </a:r>
            <a:r>
              <a:rPr lang="en-GB" dirty="0"/>
              <a:t> Mw 3.3, 09/08/2026 00:10:34 (UTC+02:00)</a:t>
            </a:r>
            <a:endParaRPr lang="it-IT" dirty="0"/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1564EB2E-3878-444C-BB4C-2261EF89E891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6200" y="498475"/>
            <a:ext cx="12192000" cy="6089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72771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432A1-F5F3-B742-D559-E164C4A3D2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3525" y="3033550"/>
            <a:ext cx="11664950" cy="790899"/>
          </a:xfr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GB" b="1" kern="1200" noProof="0" dirty="0">
                <a:latin typeface="+mj-lt"/>
                <a:ea typeface="+mj-ea"/>
                <a:cs typeface="+mj-cs"/>
              </a:rPr>
              <a:t>THANKS 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1548438611"/>
      </p:ext>
    </p:extLst>
  </p:cSld>
  <p:clrMapOvr>
    <a:masterClrMapping/>
  </p:clrMapOvr>
</p:sld>
</file>

<file path=ppt/theme/theme1.xml><?xml version="1.0" encoding="utf-8"?>
<a:theme xmlns:a="http://schemas.openxmlformats.org/drawingml/2006/main" name="PoliTO Layout Generico TITOLO BLU">
  <a:themeElements>
    <a:clrScheme name="Personalizzato 1">
      <a:dk1>
        <a:srgbClr val="212745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Personalizza struttur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e1991b7f-6b7d-449b-b767-f5f786c869d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855725CFF937040894F497962944123" ma:contentTypeVersion="12" ma:contentTypeDescription="Create a new document." ma:contentTypeScope="" ma:versionID="7a0e623862b5493cb3745d6796d6e55f">
  <xsd:schema xmlns:xsd="http://www.w3.org/2001/XMLSchema" xmlns:xs="http://www.w3.org/2001/XMLSchema" xmlns:p="http://schemas.microsoft.com/office/2006/metadata/properties" xmlns:ns3="e1991b7f-6b7d-449b-b767-f5f786c869d3" targetNamespace="http://schemas.microsoft.com/office/2006/metadata/properties" ma:root="true" ma:fieldsID="6c1c622ae9065d5d3394d8a852b1f736" ns3:_="">
    <xsd:import namespace="e1991b7f-6b7d-449b-b767-f5f786c869d3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GenerationTime" minOccurs="0"/>
                <xsd:element ref="ns3:MediaServiceEventHashCode" minOccurs="0"/>
                <xsd:element ref="ns3:MediaServiceSystemTags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991b7f-6b7d-449b-b767-f5f786c869d3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ystemTags" ma:index="1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8" nillable="true" ma:displayName="_activity" ma:hidden="true" ma:internalName="_activity">
      <xsd:simpleType>
        <xsd:restriction base="dms:Note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49F161D-94DE-4FB8-B032-342C52D425B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CABA873-0994-4738-95F5-BEAE2390D7EB}">
  <ds:schemaRefs>
    <ds:schemaRef ds:uri="http://purl.org/dc/elements/1.1/"/>
    <ds:schemaRef ds:uri="http://www.w3.org/XML/1998/namespace"/>
    <ds:schemaRef ds:uri="http://schemas.microsoft.com/office/2006/metadata/properties"/>
    <ds:schemaRef ds:uri="http://schemas.microsoft.com/office/2006/documentManagement/types"/>
    <ds:schemaRef ds:uri="http://purl.org/dc/dcmitype/"/>
    <ds:schemaRef ds:uri="e1991b7f-6b7d-449b-b767-f5f786c869d3"/>
    <ds:schemaRef ds:uri="http://schemas.openxmlformats.org/package/2006/metadata/core-properties"/>
    <ds:schemaRef ds:uri="http://schemas.microsoft.com/office/infopath/2007/PartnerControl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FEA029C0-35CF-4CF5-BA61-F48A3501E8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991b7f-6b7d-449b-b767-f5f786c869d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10086</TotalTime>
  <Words>530</Words>
  <Application>Microsoft Office PowerPoint</Application>
  <PresentationFormat>Widescreen</PresentationFormat>
  <Paragraphs>111</Paragraphs>
  <Slides>22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3</vt:i4>
      </vt:variant>
      <vt:variant>
        <vt:lpstr>Titoli diapositive</vt:lpstr>
      </vt:variant>
      <vt:variant>
        <vt:i4>22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Century Gothic</vt:lpstr>
      <vt:lpstr>Courier New</vt:lpstr>
      <vt:lpstr>Poppins</vt:lpstr>
      <vt:lpstr>Roboto</vt:lpstr>
      <vt:lpstr>Wingdings</vt:lpstr>
      <vt:lpstr>PoliTO Layout Generico TITOLO BLU</vt:lpstr>
      <vt:lpstr>Personalizza struttura</vt:lpstr>
      <vt:lpstr>1_Personalizza struttura</vt:lpstr>
      <vt:lpstr>Presentazione standard di PowerPoint</vt:lpstr>
      <vt:lpstr>Obiettivo </vt:lpstr>
      <vt:lpstr>Schema di timestamping</vt:lpstr>
      <vt:lpstr>Acquisition modes</vt:lpstr>
      <vt:lpstr>Modified Manual Recording</vt:lpstr>
      <vt:lpstr>Schema circuito</vt:lpstr>
      <vt:lpstr>Allineamento al fronte di salita</vt:lpstr>
      <vt:lpstr>Sincronizzazione FPGA-PM1000: segnale ideale</vt:lpstr>
      <vt:lpstr>Sincronizzazione FPGA-PM1000: segnale reale</vt:lpstr>
      <vt:lpstr>PSD SOP diversi valori di ATE</vt:lpstr>
      <vt:lpstr>Aliasing</vt:lpstr>
      <vt:lpstr>PSD SOP con diversi livelli di Pin</vt:lpstr>
      <vt:lpstr>Errore ADC</vt:lpstr>
      <vt:lpstr>PSD SOP con diversi livelli di Pin</vt:lpstr>
      <vt:lpstr>Quantizzazione</vt:lpstr>
      <vt:lpstr>Rete urbana 24 h</vt:lpstr>
      <vt:lpstr>Sensing Edificio</vt:lpstr>
      <vt:lpstr>Sensing Edificio</vt:lpstr>
      <vt:lpstr>Sensing Edificio</vt:lpstr>
      <vt:lpstr>Terremoto </vt:lpstr>
      <vt:lpstr>Terremoto </vt:lpstr>
      <vt:lpstr>THANKS FOR YOUR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Cavaliere  Monica</dc:creator>
  <cp:lastModifiedBy>Antonucci  Egle</cp:lastModifiedBy>
  <cp:revision>31</cp:revision>
  <cp:lastPrinted>2026-08-31T08:34:27Z</cp:lastPrinted>
  <dcterms:created xsi:type="dcterms:W3CDTF">2021-12-06T14:02:46Z</dcterms:created>
  <dcterms:modified xsi:type="dcterms:W3CDTF">2026-09-04T14:08:55Z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0x0101004855725CFF937040894F497962944123</vt:lpwstr>
  </property>
  <property fmtid="{D5CDD505-2E9C-101B-9397-08002B2CF9AE}" pid="3" name="MediaServiceImageTags">
    <vt:lpwstr/>
  </property>
</Properties>
</file>